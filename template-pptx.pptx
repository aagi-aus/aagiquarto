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2590207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2026-04-10T01:54:43Z</dcterms:created>
  <dcterms:modified xsi:type="dcterms:W3CDTF">2026-04-10T01:54:43Z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