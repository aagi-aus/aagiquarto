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7994173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2026-06-16T22:48:51Z</dcterms:created>
  <dcterms:modified xsi:type="dcterms:W3CDTF">2026-06-16T22:48:51Z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16,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fig-path">
    <vt:lpwstr>figures/pptx/</vt:lpwstr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knitr">
    <vt:lpwstr/>
  </property>
  <property fmtid="{D5CDD505-2E9C-101B-9397-08002B2CF9AE}" pid="16" name="labels">
    <vt:lpwstr/>
  </property>
  <property fmtid="{D5CDD505-2E9C-101B-9397-08002B2CF9AE}" pid="17" name="params">
    <vt:lpwstr/>
  </property>
  <property fmtid="{D5CDD505-2E9C-101B-9397-08002B2CF9AE}" pid="18" name="revealjs-plugins">
    <vt:lpwstr/>
  </property>
  <property fmtid="{D5CDD505-2E9C-101B-9397-08002B2CF9AE}" pid="19" name="toc-title">
    <vt:lpwstr>Table of contents</vt:lpwstr>
  </property>
</Properties>
</file>