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 PPTX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Adam Sparks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pairing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which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6736489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R.</a:t>
            </a:r>
          </a:p>
        </p:txBody>
      </p:sp>
      <p:pic>
        <p:nvPicPr>
          <p:cNvPr descr="figures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R.</a:t>
            </a:r>
          </a:p>
        </p:txBody>
      </p:sp>
      <p:pic>
        <p:nvPicPr>
          <p:cNvPr descr="figures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406900" y="1231900"/>
            <a:ext cx="7391400" cy="528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 PPTX Presentation</dc:title>
  <dc:creator>Adam Sparks</dc:creator>
  <cp:keywords/>
  <dcterms:created xsi:type="dcterms:W3CDTF">2026-04-10T02:08:22Z</dcterms:created>
  <dcterms:modified xsi:type="dcterms:W3CDTF">2026-04-10T02:08:22Z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sl">
    <vt:lpwstr>_extensions/AAGI-AUS/aagi/assets/biometrics.csl</vt:lpwstr>
  </property>
  <property fmtid="{D5CDD505-2E9C-101B-9397-08002B2CF9AE}" pid="7" name="date">
    <vt:lpwstr>April 10, 2026</vt:lpwstr>
  </property>
  <property fmtid="{D5CDD505-2E9C-101B-9397-08002B2CF9AE}" pid="8" name="date-format">
    <vt:lpwstr>long</vt:lpwstr>
  </property>
  <property fmtid="{D5CDD505-2E9C-101B-9397-08002B2CF9AE}" pid="9" name="engines">
    <vt:lpwstr/>
  </property>
  <property fmtid="{D5CDD505-2E9C-101B-9397-08002B2CF9AE}" pid="10" name="execute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knitr">
    <vt:lpwstr/>
  </property>
  <property fmtid="{D5CDD505-2E9C-101B-9397-08002B2CF9AE}" pid="15" name="labels">
    <vt:lpwstr/>
  </property>
  <property fmtid="{D5CDD505-2E9C-101B-9397-08002B2CF9AE}" pid="16" name="params">
    <vt:lpwstr/>
  </property>
  <property fmtid="{D5CDD505-2E9C-101B-9397-08002B2CF9AE}" pid="17" name="revealjs-plugins">
    <vt:lpwstr/>
  </property>
  <property fmtid="{D5CDD505-2E9C-101B-9397-08002B2CF9AE}" pid="18" name="toc-title">
    <vt:lpwstr>Table of contents</vt:lpwstr>
  </property>
</Properties>
</file>