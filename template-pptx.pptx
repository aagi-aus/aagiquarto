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06"/>
          <a:sy d="100" n="106"/>
        </p:scale>
        <p:origin x="832" y="480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5807075"/>
            <a:ext cx="9346681" cy="78422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AGI-AUS/AAGIThemes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hyperlink" Target="https://ggplot2.tidyverse.org" TargetMode="External" /><Relationship Id="rId4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 PPTX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Adam Sparks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your slides using a theme that follows AAGI typography and colour styles and provides the official AAGI logo and cover image for the title slide.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pairing with the R package </a:t>
            </a:r>
            <a:r>
              <a:rPr>
                <a:hlinkClick r:id="rId2"/>
              </a:rPr>
              <a:t>{AAGIThemes}</a:t>
            </a:r>
            <a:r>
              <a:rPr/>
              <a:t> to provide AAGI themed tables using </a:t>
            </a:r>
            <a:r>
              <a:rPr>
                <a:latin typeface="Courier"/>
              </a:rPr>
              <a:t>theme_ft_aagi</a:t>
            </a:r>
            <a:r>
              <a:rPr/>
              <a:t>, which offers more flexibility in formatting.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810745421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276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basic figures in R.</a:t>
            </a:r>
          </a:p>
        </p:txBody>
      </p:sp>
      <p:pic>
        <p:nvPicPr>
          <p:cNvPr descr="figures/graphics-figure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406900" y="1231900"/>
            <a:ext cx="7391400" cy="528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</a:t>
            </a:r>
            <a:r>
              <a:rPr>
                <a:hlinkClick r:id="rId3"/>
              </a:rPr>
              <a:t>{ggplot2}</a:t>
            </a:r>
            <a:r>
              <a:rPr/>
              <a:t> outputs in R.</a:t>
            </a:r>
          </a:p>
        </p:txBody>
      </p:sp>
      <p:pic>
        <p:nvPicPr>
          <p:cNvPr descr="figures/ggplot2-figure-1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406900" y="1231900"/>
            <a:ext cx="7391400" cy="528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2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 PPTX Presentation</dc:title>
  <dc:creator>Adam Sparks</dc:creator>
  <cp:keywords/>
  <dcterms:created xsi:type="dcterms:W3CDTF">2026-04-10T02:34:33Z</dcterms:created>
  <dcterms:modified xsi:type="dcterms:W3CDTF">2026-04-10T02:34:33Z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sl">
    <vt:lpwstr>_extensions/AAGI-AUS/aagi/assets/biometrics.csl</vt:lpwstr>
  </property>
  <property fmtid="{D5CDD505-2E9C-101B-9397-08002B2CF9AE}" pid="7" name="date">
    <vt:lpwstr>April 10, 2026</vt:lpwstr>
  </property>
  <property fmtid="{D5CDD505-2E9C-101B-9397-08002B2CF9AE}" pid="8" name="date-format">
    <vt:lpwstr>long</vt:lpwstr>
  </property>
  <property fmtid="{D5CDD505-2E9C-101B-9397-08002B2CF9AE}" pid="9" name="engines">
    <vt:lpwstr/>
  </property>
  <property fmtid="{D5CDD505-2E9C-101B-9397-08002B2CF9AE}" pid="10" name="execute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knitr">
    <vt:lpwstr/>
  </property>
  <property fmtid="{D5CDD505-2E9C-101B-9397-08002B2CF9AE}" pid="15" name="labels">
    <vt:lpwstr/>
  </property>
  <property fmtid="{D5CDD505-2E9C-101B-9397-08002B2CF9AE}" pid="16" name="params">
    <vt:lpwstr/>
  </property>
  <property fmtid="{D5CDD505-2E9C-101B-9397-08002B2CF9AE}" pid="17" name="revealjs-plugins">
    <vt:lpwstr/>
  </property>
  <property fmtid="{D5CDD505-2E9C-101B-9397-08002B2CF9AE}" pid="18" name="toc-title">
    <vt:lpwstr>Table of contents</vt:lpwstr>
  </property>
</Properties>
</file>