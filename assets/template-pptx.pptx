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20"/>
          <a:sy d="100" n="120"/>
        </p:scale>
        <p:origin x="296" y="184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6004465"/>
            <a:ext cx="9346681" cy="38944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slides using an AAGI-styled theme.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using {AAGIThemes} with </a:t>
            </a:r>
            <a:r>
              <a:rPr>
                <a:latin typeface="Courier"/>
              </a:rPr>
              <a:t>theme_ft_aagi</a:t>
            </a:r>
            <a:r>
              <a:rPr/>
              <a:t>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4609585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55700" y="1117600"/>
            <a:ext cx="9855200" cy="492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3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2026-06-20T11:48:47Z</dcterms:created>
  <dcterms:modified xsi:type="dcterms:W3CDTF">2026-06-20T11:48:47Z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June 20, 2026</vt:lpwstr>
  </property>
  <property fmtid="{D5CDD505-2E9C-101B-9397-08002B2CF9AE}" pid="6" name="date-format">
    <vt:lpwstr>long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fig-path">
    <vt:lpwstr>figures/pptx/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revealjs-plugins">
    <vt:lpwstr/>
  </property>
  <property fmtid="{D5CDD505-2E9C-101B-9397-08002B2CF9AE}" pid="15" name="toc-title">
    <vt:lpwstr>Table of contents</vt:lpwstr>
  </property>
</Properties>
</file>