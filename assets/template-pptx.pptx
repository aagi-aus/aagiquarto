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110156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2026-06-21T07:14:49Z</dcterms:created>
  <dcterms:modified xsi:type="dcterms:W3CDTF">2026-06-21T07:14:49Z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21,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