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png" ContentType="image/png"/>
  <Default Extension="jpg" ContentType="image/jpeg"/>
  <Override PartName="/docProps/app.xml" ContentType="application/vnd.openxmlformats-officedocument.extended-properti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2.xml" ContentType="application/vnd.openxmlformats-officedocument.theme+xml"/>
  <Override PartName="/ppt/theme/theme1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 showSpecialPlsOnTitleSld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sldSz cx="12192000" cy="6858000"/>
  <p:notesSz cx="6858000" cy="9144000"/>
  <p:defaultTextStyle>
    <a:defPPr>
      <a:defRPr lang="en-US"/>
    </a:defPPr>
    <a:lvl1pPr algn="l" defTabSz="9144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9144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9144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9144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9144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9144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9144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9144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9144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00808B"/>
    <a:srgbClr val="B6D438"/>
    <a:srgbClr val="414042"/>
    <a:srgbClr val="EDF2F3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4983"/>
    <p:restoredTop sz="94658"/>
  </p:normalViewPr>
  <p:slideViewPr>
    <p:cSldViewPr snapToGrid="0">
      <p:cViewPr varScale="1">
        <p:scale>
          <a:sx d="100" n="120"/>
          <a:sy d="100" n="120"/>
        </p:scale>
        <p:origin x="296" y="184"/>
      </p:cViewPr>
      <p:guideLst/>
    </p:cSldViewPr>
  </p:slideViewPr>
  <p:notesTextViewPr>
    <p:cViewPr>
      <p:scale>
        <a:sx d="1" n="1"/>
        <a:sy d="1" n="1"/>
      </p:scale>
      <p:origin x="0" y="0"/>
    </p:cViewPr>
  </p:notesTextViewPr>
  <p:gridSpacing cx="72008" cy="72008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5" Type="http://schemas.openxmlformats.org/officeDocument/2006/relationships/tableStyles" Target="tableStyles.xml" /><Relationship Id="rId14" Type="http://schemas.openxmlformats.org/officeDocument/2006/relationships/theme" Target="theme/theme1.xml" /><Relationship Id="rId1" Type="http://schemas.openxmlformats.org/officeDocument/2006/relationships/slideMaster" Target="slideMasters/slideMaster1.xml" /><Relationship Id="rId13" Type="http://schemas.openxmlformats.org/officeDocument/2006/relationships/viewProps" Target="viewProps.xml" /><Relationship Id="rId12" Type="http://schemas.openxmlformats.org/officeDocument/2006/relationships/presProps" Target="presProps.xml" /></Relationships>
</file>

<file path=ppt/slideLayouts/_rels/slideLayout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jpg"/><Relationship Id="rId1" Type="http://schemas.openxmlformats.org/officeDocument/2006/relationships/slideMaster" Target="../slideMasters/slideMaster1.xml"/><Relationship Id="rId4" Type="http://schemas.openxmlformats.org/officeDocument/2006/relationships/image" Target="../media/image3.png"/></Relationships>
</file>

<file path=ppt/slideLayouts/_rels/slideLayout2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" name="Picture 9" descr="A field of green grass&#10;&#10;Description automatically generated">
            <a:extLst>
              <a:ext uri="{FF2B5EF4-FFF2-40B4-BE49-F238E27FC236}">
                <a16:creationId xmlns:a16="http://schemas.microsoft.com/office/drawing/2014/main" id="{67DEEFD8-A26F-0552-6E75-D0EB6FF334A5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3972988"/>
            <a:ext cx="12192000" cy="1807397"/>
          </a:xfrm>
          <a:prstGeom prst="rect">
            <a:avLst/>
          </a:prstGeom>
        </p:spPr>
      </p:pic>
      <p:pic>
        <p:nvPicPr>
          <p:cNvPr id="12" name="Picture 11">
            <a:extLst>
              <a:ext uri="{FF2B5EF4-FFF2-40B4-BE49-F238E27FC236}">
                <a16:creationId xmlns:a16="http://schemas.microsoft.com/office/drawing/2014/main" id="{1887C5C5-483C-D40F-BDF0-ACB78D9FC9E8}"/>
              </a:ext>
            </a:extLst>
          </p:cNvPr>
          <p:cNvPicPr>
            <a:picLocks noChangeAspect="1"/>
          </p:cNvPicPr>
          <p:nvPr userDrawn="1"/>
        </p:nvPicPr>
        <p:blipFill>
          <a:blip r:embed="rId3"/>
          <a:srcRect/>
          <a:stretch/>
        </p:blipFill>
        <p:spPr>
          <a:xfrm>
            <a:off x="1422659" y="6004465"/>
            <a:ext cx="9346681" cy="389445"/>
          </a:xfrm>
          <a:prstGeom prst="rect">
            <a:avLst/>
          </a:prstGeom>
        </p:spPr>
      </p:pic>
      <p:sp>
        <p:nvSpPr>
          <p:cNvPr id="13" name="Rectangle 12">
            <a:extLst>
              <a:ext uri="{FF2B5EF4-FFF2-40B4-BE49-F238E27FC236}">
                <a16:creationId xmlns:a16="http://schemas.microsoft.com/office/drawing/2014/main" id="{670E77EE-767E-8A55-D776-A103AA19663A}"/>
              </a:ext>
            </a:extLst>
          </p:cNvPr>
          <p:cNvSpPr/>
          <p:nvPr userDrawn="1"/>
        </p:nvSpPr>
        <p:spPr>
          <a:xfrm>
            <a:off x="0" y="6629400"/>
            <a:ext cx="12192000" cy="228600"/>
          </a:xfrm>
          <a:prstGeom prst="rect">
            <a:avLst/>
          </a:prstGeom>
          <a:solidFill>
            <a:srgbClr val="00808B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AU"/>
          </a:p>
        </p:txBody>
      </p:sp>
      <p:pic>
        <p:nvPicPr>
          <p:cNvPr id="8" name="Picture 7" descr="A logo with text on it&#10;&#10;Description automatically generated">
            <a:extLst>
              <a:ext uri="{FF2B5EF4-FFF2-40B4-BE49-F238E27FC236}">
                <a16:creationId xmlns:a16="http://schemas.microsoft.com/office/drawing/2014/main" id="{015EA684-83CA-628D-D588-008A8D93ED26}"/>
              </a:ext>
            </a:extLst>
          </p:cNvPr>
          <p:cNvPicPr>
            <a:picLocks noChangeAspect="1"/>
          </p:cNvPicPr>
          <p:nvPr userDrawn="1"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946901" y="366914"/>
            <a:ext cx="2298197" cy="1097282"/>
          </a:xfrm>
          <a:prstGeom prst="rect">
            <a:avLst/>
          </a:prstGeom>
        </p:spPr>
      </p:pic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54643924-913F-FDD7-9FF0-43B3A7DBE6A3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0" y="6629400"/>
            <a:ext cx="2743200" cy="22860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endParaRPr lang="en-AU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DF1AD0EA-A977-8A4F-2F2A-A50F6BF663F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038600" y="6629400"/>
            <a:ext cx="4114800" cy="22860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endParaRPr lang="en-AU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DC1215AE-C556-9EB7-0D5C-DF70CB8A1D0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9448800" y="6629400"/>
            <a:ext cx="2743200" cy="22860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fld id="{D8E684C7-7750-4CD9-985D-E80E6D7E3A96}" type="slidenum">
              <a:rPr lang="en-AU" smtClean="0"/>
              <a:pPr/>
              <a:t>‹#›</a:t>
            </a:fld>
            <a:endParaRPr lang="en-AU" dirty="0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F3D5F800-A766-84B3-EE1A-4EB9243A9F8C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838200" y="2077879"/>
            <a:ext cx="10515600" cy="791701"/>
          </a:xfrm>
        </p:spPr>
        <p:txBody>
          <a:bodyPr anchor="b">
            <a:normAutofit/>
          </a:bodyPr>
          <a:lstStyle>
            <a:lvl1pPr algn="ctr">
              <a:defRPr sz="4400"/>
            </a:lvl1pPr>
          </a:lstStyle>
          <a:p>
            <a:r>
              <a:rPr lang="en-US"/>
              <a:t>Click to edit Master title style</a:t>
            </a:r>
            <a:endParaRPr lang="en-AU" dirty="0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55199397-2104-6355-A974-0FA3299F642A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838200" y="3036612"/>
            <a:ext cx="10515600" cy="395851"/>
          </a:xfrm>
        </p:spPr>
        <p:txBody>
          <a:bodyPr>
            <a:noAutofit/>
          </a:bodyPr>
          <a:lstStyle>
            <a:lvl1pPr marL="0" indent="0" algn="ctr">
              <a:buNone/>
              <a:defRPr sz="22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en-AU" dirty="0"/>
          </a:p>
        </p:txBody>
      </p:sp>
    </p:spTree>
    <p:extLst>
      <p:ext uri="{BB962C8B-B14F-4D97-AF65-F5344CB8AC3E}">
        <p14:creationId xmlns:p14="http://schemas.microsoft.com/office/powerpoint/2010/main" val="453083621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6" name="Picture 15" descr="A logo with text on it&#10;&#10;Description automatically generated">
            <a:extLst>
              <a:ext uri="{FF2B5EF4-FFF2-40B4-BE49-F238E27FC236}">
                <a16:creationId xmlns:a16="http://schemas.microsoft.com/office/drawing/2014/main" id="{B733C679-43F2-33AC-661C-E0FC65300A1F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191750" y="168275"/>
            <a:ext cx="1768474" cy="844364"/>
          </a:xfrm>
          <a:prstGeom prst="rect">
            <a:avLst/>
          </a:prstGeom>
        </p:spPr>
      </p:pic>
      <p:sp>
        <p:nvSpPr>
          <p:cNvPr id="10" name="Rectangle 9">
            <a:extLst>
              <a:ext uri="{FF2B5EF4-FFF2-40B4-BE49-F238E27FC236}">
                <a16:creationId xmlns:a16="http://schemas.microsoft.com/office/drawing/2014/main" id="{94753271-AED9-02D0-0BBD-A75CEC9DC94C}"/>
              </a:ext>
            </a:extLst>
          </p:cNvPr>
          <p:cNvSpPr/>
          <p:nvPr userDrawn="1"/>
        </p:nvSpPr>
        <p:spPr>
          <a:xfrm>
            <a:off x="0" y="6629400"/>
            <a:ext cx="12192000" cy="228600"/>
          </a:xfrm>
          <a:prstGeom prst="rect">
            <a:avLst/>
          </a:prstGeom>
          <a:solidFill>
            <a:srgbClr val="00808B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AU"/>
          </a:p>
        </p:txBody>
      </p:sp>
      <p:sp>
        <p:nvSpPr>
          <p:cNvPr id="11" name="Date Placeholder 3">
            <a:extLst>
              <a:ext uri="{FF2B5EF4-FFF2-40B4-BE49-F238E27FC236}">
                <a16:creationId xmlns:a16="http://schemas.microsoft.com/office/drawing/2014/main" id="{2282C182-213E-857B-91CD-C9E61BC5B253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0" y="6629400"/>
            <a:ext cx="2743200" cy="22860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endParaRPr lang="en-AU" dirty="0"/>
          </a:p>
        </p:txBody>
      </p:sp>
      <p:sp>
        <p:nvSpPr>
          <p:cNvPr id="12" name="Footer Placeholder 4">
            <a:extLst>
              <a:ext uri="{FF2B5EF4-FFF2-40B4-BE49-F238E27FC236}">
                <a16:creationId xmlns:a16="http://schemas.microsoft.com/office/drawing/2014/main" id="{3F839BB0-7B6B-E5D8-1C7E-7A9ACEB6EC4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038600" y="6629400"/>
            <a:ext cx="4114800" cy="22860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endParaRPr lang="en-AU" dirty="0"/>
          </a:p>
        </p:txBody>
      </p:sp>
      <p:sp>
        <p:nvSpPr>
          <p:cNvPr id="13" name="Slide Number Placeholder 5">
            <a:extLst>
              <a:ext uri="{FF2B5EF4-FFF2-40B4-BE49-F238E27FC236}">
                <a16:creationId xmlns:a16="http://schemas.microsoft.com/office/drawing/2014/main" id="{D9D80738-ACDC-3B67-1ED3-1B320F62540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9448800" y="6629400"/>
            <a:ext cx="2743200" cy="22860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fld id="{D8E684C7-7750-4CD9-985D-E80E6D7E3A96}" type="slidenum">
              <a:rPr lang="en-AU" smtClean="0"/>
              <a:pPr/>
              <a:t>‹#›</a:t>
            </a:fld>
            <a:endParaRPr lang="en-AU" dirty="0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FEB7501B-E29E-9380-EF6F-54697E247B0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AU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CBDE32D-4DB1-B264-D689-AEF82481FA8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>
            <a:lvl1pPr>
              <a:buClr>
                <a:srgbClr val="00808B"/>
              </a:buClr>
              <a:buSzPct val="110000"/>
              <a:defRPr/>
            </a:lvl1pPr>
            <a:lvl2pPr>
              <a:buClr>
                <a:srgbClr val="00808B"/>
              </a:buClr>
              <a:buSzPct val="110000"/>
              <a:defRPr/>
            </a:lvl2pPr>
            <a:lvl3pPr>
              <a:buClr>
                <a:srgbClr val="00808B"/>
              </a:buClr>
              <a:buSzPct val="110000"/>
              <a:defRPr/>
            </a:lvl3pPr>
            <a:lvl4pPr>
              <a:buClr>
                <a:srgbClr val="00808B"/>
              </a:buClr>
              <a:buSzPct val="110000"/>
              <a:defRPr/>
            </a:lvl4pPr>
            <a:lvl5pPr>
              <a:buClr>
                <a:srgbClr val="00808B"/>
              </a:buClr>
              <a:buSzPct val="110000"/>
              <a:defRPr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AU" dirty="0"/>
          </a:p>
        </p:txBody>
      </p:sp>
    </p:spTree>
    <p:extLst>
      <p:ext uri="{BB962C8B-B14F-4D97-AF65-F5344CB8AC3E}">
        <p14:creationId xmlns:p14="http://schemas.microsoft.com/office/powerpoint/2010/main" val="2522801991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5" name="Picture 14" descr="A logo with text on it&#10;&#10;Description automatically generated">
            <a:extLst>
              <a:ext uri="{FF2B5EF4-FFF2-40B4-BE49-F238E27FC236}">
                <a16:creationId xmlns:a16="http://schemas.microsoft.com/office/drawing/2014/main" id="{1A00B997-B0F6-7E6F-9058-2406C51BDAB8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191750" y="168275"/>
            <a:ext cx="1768474" cy="844364"/>
          </a:xfrm>
          <a:prstGeom prst="rect">
            <a:avLst/>
          </a:prstGeom>
        </p:spPr>
      </p:pic>
      <p:sp>
        <p:nvSpPr>
          <p:cNvPr id="9" name="Rectangle 8">
            <a:extLst>
              <a:ext uri="{FF2B5EF4-FFF2-40B4-BE49-F238E27FC236}">
                <a16:creationId xmlns:a16="http://schemas.microsoft.com/office/drawing/2014/main" id="{54FE6354-61F0-3E61-AB8B-50117C047A52}"/>
              </a:ext>
            </a:extLst>
          </p:cNvPr>
          <p:cNvSpPr/>
          <p:nvPr userDrawn="1"/>
        </p:nvSpPr>
        <p:spPr>
          <a:xfrm>
            <a:off x="0" y="6629400"/>
            <a:ext cx="12192000" cy="228600"/>
          </a:xfrm>
          <a:prstGeom prst="rect">
            <a:avLst/>
          </a:prstGeom>
          <a:solidFill>
            <a:srgbClr val="00808B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AU"/>
          </a:p>
        </p:txBody>
      </p:sp>
      <p:sp>
        <p:nvSpPr>
          <p:cNvPr id="10" name="Date Placeholder 3">
            <a:extLst>
              <a:ext uri="{FF2B5EF4-FFF2-40B4-BE49-F238E27FC236}">
                <a16:creationId xmlns:a16="http://schemas.microsoft.com/office/drawing/2014/main" id="{2D81AA63-9033-31BC-9C81-78FF676D25BC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0" y="6629400"/>
            <a:ext cx="2743200" cy="22860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endParaRPr lang="en-AU" dirty="0"/>
          </a:p>
        </p:txBody>
      </p:sp>
      <p:sp>
        <p:nvSpPr>
          <p:cNvPr id="11" name="Footer Placeholder 4">
            <a:extLst>
              <a:ext uri="{FF2B5EF4-FFF2-40B4-BE49-F238E27FC236}">
                <a16:creationId xmlns:a16="http://schemas.microsoft.com/office/drawing/2014/main" id="{1E9293D2-CBEA-CEFE-A587-45CE55F56E6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038600" y="6629400"/>
            <a:ext cx="4114800" cy="22860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endParaRPr lang="en-AU" dirty="0"/>
          </a:p>
        </p:txBody>
      </p:sp>
      <p:sp>
        <p:nvSpPr>
          <p:cNvPr id="12" name="Slide Number Placeholder 5">
            <a:extLst>
              <a:ext uri="{FF2B5EF4-FFF2-40B4-BE49-F238E27FC236}">
                <a16:creationId xmlns:a16="http://schemas.microsoft.com/office/drawing/2014/main" id="{1107C7A2-0AA4-0E4C-2A42-86BC701B550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9448800" y="6629400"/>
            <a:ext cx="2743200" cy="22860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fld id="{D8E684C7-7750-4CD9-985D-E80E6D7E3A96}" type="slidenum">
              <a:rPr lang="en-AU" smtClean="0"/>
              <a:pPr/>
              <a:t>‹#›</a:t>
            </a:fld>
            <a:endParaRPr lang="en-AU" dirty="0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EC0876AE-06E6-AC69-E8C6-8F887ABD771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AU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6303A8B-C1D7-77DB-1CD5-8945DE1AFD3D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6259" y="1012639"/>
            <a:ext cx="5933541" cy="5544401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AU" dirty="0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4B82A3C7-C689-5D87-80B7-75280C0789FF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1" y="1012639"/>
            <a:ext cx="5933539" cy="5544400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AU" dirty="0"/>
          </a:p>
        </p:txBody>
      </p:sp>
    </p:spTree>
    <p:extLst>
      <p:ext uri="{BB962C8B-B14F-4D97-AF65-F5344CB8AC3E}">
        <p14:creationId xmlns:p14="http://schemas.microsoft.com/office/powerpoint/2010/main" val="1166256798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5" name="Picture 14" descr="A logo with text on it&#10;&#10;Description automatically generated">
            <a:extLst>
              <a:ext uri="{FF2B5EF4-FFF2-40B4-BE49-F238E27FC236}">
                <a16:creationId xmlns:a16="http://schemas.microsoft.com/office/drawing/2014/main" id="{1A00B997-B0F6-7E6F-9058-2406C51BDAB8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191750" y="168275"/>
            <a:ext cx="1768474" cy="844364"/>
          </a:xfrm>
          <a:prstGeom prst="rect">
            <a:avLst/>
          </a:prstGeom>
        </p:spPr>
      </p:pic>
      <p:sp>
        <p:nvSpPr>
          <p:cNvPr id="9" name="Rectangle 8">
            <a:extLst>
              <a:ext uri="{FF2B5EF4-FFF2-40B4-BE49-F238E27FC236}">
                <a16:creationId xmlns:a16="http://schemas.microsoft.com/office/drawing/2014/main" id="{54FE6354-61F0-3E61-AB8B-50117C047A52}"/>
              </a:ext>
            </a:extLst>
          </p:cNvPr>
          <p:cNvSpPr/>
          <p:nvPr userDrawn="1"/>
        </p:nvSpPr>
        <p:spPr>
          <a:xfrm>
            <a:off x="0" y="6629400"/>
            <a:ext cx="12192000" cy="228600"/>
          </a:xfrm>
          <a:prstGeom prst="rect">
            <a:avLst/>
          </a:prstGeom>
          <a:solidFill>
            <a:srgbClr val="00808B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AU"/>
          </a:p>
        </p:txBody>
      </p:sp>
      <p:sp>
        <p:nvSpPr>
          <p:cNvPr id="10" name="Date Placeholder 3">
            <a:extLst>
              <a:ext uri="{FF2B5EF4-FFF2-40B4-BE49-F238E27FC236}">
                <a16:creationId xmlns:a16="http://schemas.microsoft.com/office/drawing/2014/main" id="{2D81AA63-9033-31BC-9C81-78FF676D25BC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0" y="6629400"/>
            <a:ext cx="2743200" cy="22860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endParaRPr lang="en-AU" dirty="0"/>
          </a:p>
        </p:txBody>
      </p:sp>
      <p:sp>
        <p:nvSpPr>
          <p:cNvPr id="11" name="Footer Placeholder 4">
            <a:extLst>
              <a:ext uri="{FF2B5EF4-FFF2-40B4-BE49-F238E27FC236}">
                <a16:creationId xmlns:a16="http://schemas.microsoft.com/office/drawing/2014/main" id="{1E9293D2-CBEA-CEFE-A587-45CE55F56E6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038600" y="6629400"/>
            <a:ext cx="4114800" cy="22860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endParaRPr lang="en-AU" dirty="0"/>
          </a:p>
        </p:txBody>
      </p:sp>
      <p:sp>
        <p:nvSpPr>
          <p:cNvPr id="12" name="Slide Number Placeholder 5">
            <a:extLst>
              <a:ext uri="{FF2B5EF4-FFF2-40B4-BE49-F238E27FC236}">
                <a16:creationId xmlns:a16="http://schemas.microsoft.com/office/drawing/2014/main" id="{1107C7A2-0AA4-0E4C-2A42-86BC701B550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9448800" y="6629400"/>
            <a:ext cx="2743200" cy="22860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fld id="{D8E684C7-7750-4CD9-985D-E80E6D7E3A96}" type="slidenum">
              <a:rPr lang="en-AU" smtClean="0"/>
              <a:pPr/>
              <a:t>‹#›</a:t>
            </a:fld>
            <a:endParaRPr lang="en-AU" dirty="0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EC0876AE-06E6-AC69-E8C6-8F887ABD771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AU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6303A8B-C1D7-77DB-1CD5-8945DE1AFD3D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6259" y="1012639"/>
            <a:ext cx="5933541" cy="5544401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AU" dirty="0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4B82A3C7-C689-5D87-80B7-75280C0789FF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1" y="1012639"/>
            <a:ext cx="5933539" cy="5544400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AU" dirty="0"/>
          </a:p>
        </p:txBody>
      </p:sp>
    </p:spTree>
    <p:extLst>
      <p:ext uri="{BB962C8B-B14F-4D97-AF65-F5344CB8AC3E}">
        <p14:creationId xmlns:p14="http://schemas.microsoft.com/office/powerpoint/2010/main" val="4120092074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3" name="Picture 12" descr="A logo with text on it&#10;&#10;Description automatically generated">
            <a:extLst>
              <a:ext uri="{FF2B5EF4-FFF2-40B4-BE49-F238E27FC236}">
                <a16:creationId xmlns:a16="http://schemas.microsoft.com/office/drawing/2014/main" id="{9027D8AF-06AD-8F11-7B98-75448F1EDB8F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191750" y="168275"/>
            <a:ext cx="1768474" cy="844364"/>
          </a:xfrm>
          <a:prstGeom prst="rect">
            <a:avLst/>
          </a:prstGeom>
        </p:spPr>
      </p:pic>
      <p:sp>
        <p:nvSpPr>
          <p:cNvPr id="7" name="Rectangle 6">
            <a:extLst>
              <a:ext uri="{FF2B5EF4-FFF2-40B4-BE49-F238E27FC236}">
                <a16:creationId xmlns:a16="http://schemas.microsoft.com/office/drawing/2014/main" id="{D0AE9F78-3054-B11E-C77D-567108A5DD9C}"/>
              </a:ext>
            </a:extLst>
          </p:cNvPr>
          <p:cNvSpPr/>
          <p:nvPr userDrawn="1"/>
        </p:nvSpPr>
        <p:spPr>
          <a:xfrm>
            <a:off x="0" y="6629400"/>
            <a:ext cx="12192000" cy="228600"/>
          </a:xfrm>
          <a:prstGeom prst="rect">
            <a:avLst/>
          </a:prstGeom>
          <a:solidFill>
            <a:srgbClr val="00808B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AU"/>
          </a:p>
        </p:txBody>
      </p:sp>
      <p:sp>
        <p:nvSpPr>
          <p:cNvPr id="8" name="Date Placeholder 3">
            <a:extLst>
              <a:ext uri="{FF2B5EF4-FFF2-40B4-BE49-F238E27FC236}">
                <a16:creationId xmlns:a16="http://schemas.microsoft.com/office/drawing/2014/main" id="{9AEC9304-26FC-2D7B-148B-0E0B53AD9B0F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0" y="6629400"/>
            <a:ext cx="2743200" cy="22860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endParaRPr lang="en-AU" dirty="0"/>
          </a:p>
        </p:txBody>
      </p:sp>
      <p:sp>
        <p:nvSpPr>
          <p:cNvPr id="9" name="Footer Placeholder 4">
            <a:extLst>
              <a:ext uri="{FF2B5EF4-FFF2-40B4-BE49-F238E27FC236}">
                <a16:creationId xmlns:a16="http://schemas.microsoft.com/office/drawing/2014/main" id="{D05A145D-6199-1B87-B591-82BE4FE5432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038600" y="6629400"/>
            <a:ext cx="4114800" cy="22860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endParaRPr lang="en-AU" dirty="0"/>
          </a:p>
        </p:txBody>
      </p:sp>
      <p:sp>
        <p:nvSpPr>
          <p:cNvPr id="10" name="Slide Number Placeholder 5">
            <a:extLst>
              <a:ext uri="{FF2B5EF4-FFF2-40B4-BE49-F238E27FC236}">
                <a16:creationId xmlns:a16="http://schemas.microsoft.com/office/drawing/2014/main" id="{EEA5DCDC-1F9F-5610-65F1-2885BB40652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9448800" y="6629400"/>
            <a:ext cx="2743200" cy="22860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fld id="{D8E684C7-7750-4CD9-985D-E80E6D7E3A96}" type="slidenum">
              <a:rPr lang="en-AU" smtClean="0"/>
              <a:pPr/>
              <a:t>‹#›</a:t>
            </a:fld>
            <a:endParaRPr lang="en-AU" dirty="0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384BE03C-E11F-C588-E1F8-FA5D738237E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AU"/>
          </a:p>
        </p:txBody>
      </p:sp>
    </p:spTree>
    <p:extLst>
      <p:ext uri="{BB962C8B-B14F-4D97-AF65-F5344CB8AC3E}">
        <p14:creationId xmlns:p14="http://schemas.microsoft.com/office/powerpoint/2010/main" val="203216762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3" name="Picture 12" descr="A logo with text on it&#10;&#10;Description automatically generated">
            <a:extLst>
              <a:ext uri="{FF2B5EF4-FFF2-40B4-BE49-F238E27FC236}">
                <a16:creationId xmlns:a16="http://schemas.microsoft.com/office/drawing/2014/main" id="{9027D8AF-06AD-8F11-7B98-75448F1EDB8F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191750" y="168275"/>
            <a:ext cx="1768474" cy="844364"/>
          </a:xfrm>
          <a:prstGeom prst="rect">
            <a:avLst/>
          </a:prstGeom>
        </p:spPr>
      </p:pic>
      <p:sp>
        <p:nvSpPr>
          <p:cNvPr id="7" name="Rectangle 6">
            <a:extLst>
              <a:ext uri="{FF2B5EF4-FFF2-40B4-BE49-F238E27FC236}">
                <a16:creationId xmlns:a16="http://schemas.microsoft.com/office/drawing/2014/main" id="{D0AE9F78-3054-B11E-C77D-567108A5DD9C}"/>
              </a:ext>
            </a:extLst>
          </p:cNvPr>
          <p:cNvSpPr/>
          <p:nvPr userDrawn="1"/>
        </p:nvSpPr>
        <p:spPr>
          <a:xfrm>
            <a:off x="0" y="6629400"/>
            <a:ext cx="12192000" cy="228600"/>
          </a:xfrm>
          <a:prstGeom prst="rect">
            <a:avLst/>
          </a:prstGeom>
          <a:solidFill>
            <a:srgbClr val="00808B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AU"/>
          </a:p>
        </p:txBody>
      </p:sp>
      <p:sp>
        <p:nvSpPr>
          <p:cNvPr id="8" name="Date Placeholder 3">
            <a:extLst>
              <a:ext uri="{FF2B5EF4-FFF2-40B4-BE49-F238E27FC236}">
                <a16:creationId xmlns:a16="http://schemas.microsoft.com/office/drawing/2014/main" id="{9AEC9304-26FC-2D7B-148B-0E0B53AD9B0F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0" y="6629400"/>
            <a:ext cx="2743200" cy="22860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endParaRPr lang="en-AU" dirty="0"/>
          </a:p>
        </p:txBody>
      </p:sp>
      <p:sp>
        <p:nvSpPr>
          <p:cNvPr id="9" name="Footer Placeholder 4">
            <a:extLst>
              <a:ext uri="{FF2B5EF4-FFF2-40B4-BE49-F238E27FC236}">
                <a16:creationId xmlns:a16="http://schemas.microsoft.com/office/drawing/2014/main" id="{D05A145D-6199-1B87-B591-82BE4FE5432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038600" y="6629400"/>
            <a:ext cx="4114800" cy="22860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endParaRPr lang="en-AU" dirty="0"/>
          </a:p>
        </p:txBody>
      </p:sp>
      <p:sp>
        <p:nvSpPr>
          <p:cNvPr id="10" name="Slide Number Placeholder 5">
            <a:extLst>
              <a:ext uri="{FF2B5EF4-FFF2-40B4-BE49-F238E27FC236}">
                <a16:creationId xmlns:a16="http://schemas.microsoft.com/office/drawing/2014/main" id="{EEA5DCDC-1F9F-5610-65F1-2885BB40652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9448800" y="6629400"/>
            <a:ext cx="2743200" cy="22860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fld id="{D8E684C7-7750-4CD9-985D-E80E6D7E3A96}" type="slidenum">
              <a:rPr lang="en-AU" smtClean="0"/>
              <a:pPr/>
              <a:t>‹#›</a:t>
            </a:fld>
            <a:endParaRPr lang="en-AU" dirty="0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384BE03C-E11F-C588-E1F8-FA5D738237E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AU"/>
          </a:p>
        </p:txBody>
      </p:sp>
    </p:spTree>
    <p:extLst>
      <p:ext uri="{BB962C8B-B14F-4D97-AF65-F5344CB8AC3E}">
        <p14:creationId xmlns:p14="http://schemas.microsoft.com/office/powerpoint/2010/main" val="2788376368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2" name="Picture 11" descr="A logo with text on it&#10;&#10;Description automatically generated">
            <a:extLst>
              <a:ext uri="{FF2B5EF4-FFF2-40B4-BE49-F238E27FC236}">
                <a16:creationId xmlns:a16="http://schemas.microsoft.com/office/drawing/2014/main" id="{7939B58A-969A-DC5F-3F19-259D889119C9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191750" y="168275"/>
            <a:ext cx="1768474" cy="844364"/>
          </a:xfrm>
          <a:prstGeom prst="rect">
            <a:avLst/>
          </a:prstGeom>
        </p:spPr>
      </p:pic>
      <p:sp>
        <p:nvSpPr>
          <p:cNvPr id="6" name="Rectangle 5">
            <a:extLst>
              <a:ext uri="{FF2B5EF4-FFF2-40B4-BE49-F238E27FC236}">
                <a16:creationId xmlns:a16="http://schemas.microsoft.com/office/drawing/2014/main" id="{A41A162C-939E-1A29-BDF5-9D9865A81570}"/>
              </a:ext>
            </a:extLst>
          </p:cNvPr>
          <p:cNvSpPr/>
          <p:nvPr userDrawn="1"/>
        </p:nvSpPr>
        <p:spPr>
          <a:xfrm>
            <a:off x="0" y="6629400"/>
            <a:ext cx="12192000" cy="228600"/>
          </a:xfrm>
          <a:prstGeom prst="rect">
            <a:avLst/>
          </a:prstGeom>
          <a:solidFill>
            <a:srgbClr val="00808B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AU"/>
          </a:p>
        </p:txBody>
      </p:sp>
      <p:sp>
        <p:nvSpPr>
          <p:cNvPr id="7" name="Date Placeholder 3">
            <a:extLst>
              <a:ext uri="{FF2B5EF4-FFF2-40B4-BE49-F238E27FC236}">
                <a16:creationId xmlns:a16="http://schemas.microsoft.com/office/drawing/2014/main" id="{5E1E2B19-31ED-26BD-6C63-51603A28BCF1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0" y="6629400"/>
            <a:ext cx="2743200" cy="22860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endParaRPr lang="en-AU" dirty="0"/>
          </a:p>
        </p:txBody>
      </p:sp>
      <p:sp>
        <p:nvSpPr>
          <p:cNvPr id="8" name="Footer Placeholder 4">
            <a:extLst>
              <a:ext uri="{FF2B5EF4-FFF2-40B4-BE49-F238E27FC236}">
                <a16:creationId xmlns:a16="http://schemas.microsoft.com/office/drawing/2014/main" id="{79FB55EC-73D2-0400-F84A-5FBC819B02B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038600" y="6629400"/>
            <a:ext cx="4114800" cy="22860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endParaRPr lang="en-AU" dirty="0"/>
          </a:p>
        </p:txBody>
      </p:sp>
      <p:sp>
        <p:nvSpPr>
          <p:cNvPr id="9" name="Slide Number Placeholder 5">
            <a:extLst>
              <a:ext uri="{FF2B5EF4-FFF2-40B4-BE49-F238E27FC236}">
                <a16:creationId xmlns:a16="http://schemas.microsoft.com/office/drawing/2014/main" id="{5CF808BC-03F6-F0D3-8967-8E116DF8FDD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9448800" y="6629400"/>
            <a:ext cx="2743200" cy="22860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fld id="{D8E684C7-7750-4CD9-985D-E80E6D7E3A96}" type="slidenum">
              <a:rPr lang="en-AU" smtClean="0"/>
              <a:pPr/>
              <a:t>‹#›</a:t>
            </a:fld>
            <a:endParaRPr lang="en-AU" dirty="0"/>
          </a:p>
        </p:txBody>
      </p:sp>
    </p:spTree>
    <p:extLst>
      <p:ext uri="{BB962C8B-B14F-4D97-AF65-F5344CB8AC3E}">
        <p14:creationId xmlns:p14="http://schemas.microsoft.com/office/powerpoint/2010/main" val="2034323980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5" name="Picture 14" descr="A logo with text on it&#10;&#10;Description automatically generated">
            <a:extLst>
              <a:ext uri="{FF2B5EF4-FFF2-40B4-BE49-F238E27FC236}">
                <a16:creationId xmlns:a16="http://schemas.microsoft.com/office/drawing/2014/main" id="{B5038991-83CC-C565-9F71-63A9A4514CAD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191750" y="168275"/>
            <a:ext cx="1768474" cy="844364"/>
          </a:xfrm>
          <a:prstGeom prst="rect">
            <a:avLst/>
          </a:prstGeom>
        </p:spPr>
      </p:pic>
      <p:sp>
        <p:nvSpPr>
          <p:cNvPr id="9" name="Rectangle 8">
            <a:extLst>
              <a:ext uri="{FF2B5EF4-FFF2-40B4-BE49-F238E27FC236}">
                <a16:creationId xmlns:a16="http://schemas.microsoft.com/office/drawing/2014/main" id="{D60A91C4-F840-E305-EFD5-0D14CA3E690A}"/>
              </a:ext>
            </a:extLst>
          </p:cNvPr>
          <p:cNvSpPr/>
          <p:nvPr userDrawn="1"/>
        </p:nvSpPr>
        <p:spPr>
          <a:xfrm>
            <a:off x="0" y="6629400"/>
            <a:ext cx="12192000" cy="228600"/>
          </a:xfrm>
          <a:prstGeom prst="rect">
            <a:avLst/>
          </a:prstGeom>
          <a:solidFill>
            <a:srgbClr val="00808B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AU"/>
          </a:p>
        </p:txBody>
      </p:sp>
      <p:sp>
        <p:nvSpPr>
          <p:cNvPr id="10" name="Date Placeholder 3">
            <a:extLst>
              <a:ext uri="{FF2B5EF4-FFF2-40B4-BE49-F238E27FC236}">
                <a16:creationId xmlns:a16="http://schemas.microsoft.com/office/drawing/2014/main" id="{DB1ACC7A-07B3-6AD6-5E37-BC8E83FDD804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0" y="6629400"/>
            <a:ext cx="2743200" cy="22860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endParaRPr lang="en-AU" dirty="0"/>
          </a:p>
        </p:txBody>
      </p:sp>
      <p:sp>
        <p:nvSpPr>
          <p:cNvPr id="11" name="Footer Placeholder 4">
            <a:extLst>
              <a:ext uri="{FF2B5EF4-FFF2-40B4-BE49-F238E27FC236}">
                <a16:creationId xmlns:a16="http://schemas.microsoft.com/office/drawing/2014/main" id="{F4D392CE-18BA-0471-C88E-4B58D94E910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038600" y="6629400"/>
            <a:ext cx="4114800" cy="22860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endParaRPr lang="en-AU" dirty="0"/>
          </a:p>
        </p:txBody>
      </p:sp>
      <p:sp>
        <p:nvSpPr>
          <p:cNvPr id="12" name="Slide Number Placeholder 5">
            <a:extLst>
              <a:ext uri="{FF2B5EF4-FFF2-40B4-BE49-F238E27FC236}">
                <a16:creationId xmlns:a16="http://schemas.microsoft.com/office/drawing/2014/main" id="{F93E06BB-0E85-3A0C-3DE7-8EE1637120F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9448800" y="6629400"/>
            <a:ext cx="2743200" cy="22860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fld id="{D8E684C7-7750-4CD9-985D-E80E6D7E3A96}" type="slidenum">
              <a:rPr lang="en-AU" smtClean="0"/>
              <a:pPr/>
              <a:t>‹#›</a:t>
            </a:fld>
            <a:endParaRPr lang="en-AU" dirty="0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9C413029-C271-5AE7-0D1F-287E7C844BD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6362" y="327805"/>
            <a:ext cx="3932237" cy="1155640"/>
          </a:xfrm>
        </p:spPr>
        <p:txBody>
          <a:bodyPr anchor="b">
            <a:normAutofit/>
          </a:bodyPr>
          <a:lstStyle>
            <a:lvl1pPr>
              <a:defRPr sz="3600"/>
            </a:lvl1pPr>
          </a:lstStyle>
          <a:p>
            <a:r>
              <a:rPr lang="en-US"/>
              <a:t>Click to edit Master title style</a:t>
            </a:r>
            <a:endParaRPr lang="en-AU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54EBA7B-E739-B6DB-AC55-8D5C7B3EFAC0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148017" y="1241241"/>
            <a:ext cx="7937619" cy="5288954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AU" dirty="0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BCAB13E2-558B-73CD-7C43-3E1E9009581D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106362" y="1582650"/>
            <a:ext cx="3932237" cy="4947545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</p:spTree>
    <p:extLst>
      <p:ext uri="{BB962C8B-B14F-4D97-AF65-F5344CB8AC3E}">
        <p14:creationId xmlns:p14="http://schemas.microsoft.com/office/powerpoint/2010/main" val="2930562745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5" Target="../slideLayouts/slideLayout5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theme/theme1.xml" Type="http://schemas.openxmlformats.org/officeDocument/2006/relationships/theme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B6D21B09-2702-9A07-43AA-7B4F83705C1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6260" y="17253"/>
            <a:ext cx="9954887" cy="923026"/>
          </a:xfrm>
          <a:prstGeom prst="rect">
            <a:avLst/>
          </a:prstGeom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  <a:endParaRPr dirty="0" lang="en-AU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740EFF0D-BE14-CF33-9FA9-389B9428CD70}"/>
              </a:ext>
            </a:extLst>
          </p:cNvPr>
          <p:cNvSpPr>
            <a:spLocks noGrp="1"/>
          </p:cNvSpPr>
          <p:nvPr>
            <p:ph idx="1" type="body"/>
          </p:nvPr>
        </p:nvSpPr>
        <p:spPr>
          <a:xfrm>
            <a:off x="86260" y="1121431"/>
            <a:ext cx="12019480" cy="4934309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dirty="0" lang="en-AU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23BA0C91-4EE2-DC5F-B16D-61E58DB041C1}"/>
              </a:ext>
            </a:extLst>
          </p:cNvPr>
          <p:cNvSpPr>
            <a:spLocks noGrp="1"/>
          </p:cNvSpPr>
          <p:nvPr>
            <p:ph idx="2" sz="half" type="dt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dirty="0" lang="en-AU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4C89CD24-D51D-C096-EDEC-FF21B8333FBA}"/>
              </a:ext>
            </a:extLst>
          </p:cNvPr>
          <p:cNvSpPr>
            <a:spLocks noGrp="1"/>
          </p:cNvSpPr>
          <p:nvPr>
            <p:ph idx="3" sz="quarter" type="ftr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  <a:latin charset="0" panose="020B0603030502060204" pitchFamily="34" typeface="Proxima Nova Medium"/>
              </a:defRPr>
            </a:lvl1pPr>
          </a:lstStyle>
          <a:p>
            <a:endParaRPr dirty="0" lang="en-AU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E8A56B3F-F943-2B7A-9A7F-A41F7562F6C5}"/>
              </a:ext>
            </a:extLst>
          </p:cNvPr>
          <p:cNvSpPr>
            <a:spLocks noGrp="1"/>
          </p:cNvSpPr>
          <p:nvPr>
            <p:ph idx="4" sz="quarter" type="sldNum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D8E684C7-7750-4CD9-985D-E80E6D7E3A96}" type="slidenum">
              <a:rPr lang="en-AU" smtClean="0"/>
              <a:t>‹#›</a:t>
            </a:fld>
            <a:endParaRPr dirty="0" lang="en-AU"/>
          </a:p>
        </p:txBody>
      </p:sp>
    </p:spTree>
    <p:extLst>
      <p:ext uri="{BB962C8B-B14F-4D97-AF65-F5344CB8AC3E}">
        <p14:creationId xmlns:p14="http://schemas.microsoft.com/office/powerpoint/2010/main" val="2664447016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2" r:id="rId3"/>
    <p:sldLayoutId id="2147483658" r:id="rId4"/>
    <p:sldLayoutId id="2147483654" r:id="rId5"/>
    <p:sldLayoutId id="2147483657" r:id="rId6"/>
    <p:sldLayoutId id="2147483655" r:id="rId7"/>
    <p:sldLayoutId id="2147483656" r:id="rId8"/>
  </p:sldLayoutIdLst>
  <p:hf hdr="0"/>
  <p:txStyles>
    <p:titleStyle>
      <a:lvl1pPr algn="l" defTabSz="914400" eaLnBrk="1" hangingPunct="1" latinLnBrk="0" rtl="0">
        <a:lnSpc>
          <a:spcPct val="90000"/>
        </a:lnSpc>
        <a:spcBef>
          <a:spcPct val="0"/>
        </a:spcBef>
        <a:buNone/>
        <a:defRPr kern="1200" sz="4000">
          <a:solidFill>
            <a:schemeClr val="tx1"/>
          </a:solidFill>
          <a:latin charset="0" panose="020B0603030502060204" pitchFamily="34" typeface="Proxima Nova Medium"/>
          <a:ea typeface="+mj-ea"/>
          <a:cs typeface="+mj-cs"/>
        </a:defRPr>
      </a:lvl1pPr>
    </p:titleStyle>
    <p:bodyStyle>
      <a:lvl1pPr algn="l" defTabSz="914400" eaLnBrk="1" hangingPunct="1" indent="-228600" latinLnBrk="0" marL="228600" rtl="0">
        <a:lnSpc>
          <a:spcPct val="90000"/>
        </a:lnSpc>
        <a:spcBef>
          <a:spcPts val="1000"/>
        </a:spcBef>
        <a:buFont charset="0" panose="020B0604020202020204" pitchFamily="34" typeface="Arial"/>
        <a:buChar char="•"/>
        <a:defRPr kern="1200" sz="2400">
          <a:solidFill>
            <a:schemeClr val="tx1"/>
          </a:solidFill>
          <a:latin charset="0" panose="020B0603030502060204" pitchFamily="34" typeface="Proxima Nova Medium"/>
          <a:ea charset="0" panose="02010000000000000000" pitchFamily="2" typeface="ADLaM Display"/>
          <a:cs charset="0" panose="02010000000000000000" pitchFamily="2" typeface="ADLaM Display"/>
        </a:defRPr>
      </a:lvl1pPr>
      <a:lvl2pPr algn="l" defTabSz="914400" eaLnBrk="1" hangingPunct="1" indent="-228600" latinLnBrk="0" marL="685800" rtl="0">
        <a:lnSpc>
          <a:spcPct val="90000"/>
        </a:lnSpc>
        <a:spcBef>
          <a:spcPts val="500"/>
        </a:spcBef>
        <a:buFont charset="0" panose="020B0604020202020204" pitchFamily="34" typeface="Arial"/>
        <a:buChar char="•"/>
        <a:defRPr kern="1200" sz="2000">
          <a:solidFill>
            <a:schemeClr val="tx1"/>
          </a:solidFill>
          <a:latin charset="0" panose="020B0603030502060204" pitchFamily="34" typeface="Proxima Nova Medium"/>
          <a:ea charset="0" panose="02010000000000000000" pitchFamily="2" typeface="ADLaM Display"/>
          <a:cs charset="0" panose="02010000000000000000" pitchFamily="2" typeface="ADLaM Display"/>
        </a:defRPr>
      </a:lvl2pPr>
      <a:lvl3pPr algn="l" defTabSz="914400" eaLnBrk="1" hangingPunct="1" indent="-228600" latinLnBrk="0" marL="1143000" rtl="0">
        <a:lnSpc>
          <a:spcPct val="90000"/>
        </a:lnSpc>
        <a:spcBef>
          <a:spcPts val="500"/>
        </a:spcBef>
        <a:buFont charset="0" panose="020B0604020202020204" pitchFamily="34" typeface="Arial"/>
        <a:buChar char="•"/>
        <a:defRPr kern="1200" sz="1800">
          <a:solidFill>
            <a:schemeClr val="tx1"/>
          </a:solidFill>
          <a:latin charset="0" panose="020B0603030502060204" pitchFamily="34" typeface="Proxima Nova Medium"/>
          <a:ea charset="0" panose="02010000000000000000" pitchFamily="2" typeface="ADLaM Display"/>
          <a:cs charset="0" panose="02010000000000000000" pitchFamily="2" typeface="ADLaM Display"/>
        </a:defRPr>
      </a:lvl3pPr>
      <a:lvl4pPr algn="l" defTabSz="914400" eaLnBrk="1" hangingPunct="1" indent="-228600" latinLnBrk="0" marL="1600200" rtl="0">
        <a:lnSpc>
          <a:spcPct val="90000"/>
        </a:lnSpc>
        <a:spcBef>
          <a:spcPts val="500"/>
        </a:spcBef>
        <a:buFont charset="0" panose="020B0604020202020204" pitchFamily="34" typeface="Arial"/>
        <a:buChar char="•"/>
        <a:defRPr kern="1200" sz="1800">
          <a:solidFill>
            <a:schemeClr val="tx1"/>
          </a:solidFill>
          <a:latin charset="0" panose="020B0603030502060204" pitchFamily="34" typeface="Proxima Nova Medium"/>
          <a:ea charset="0" panose="02010000000000000000" pitchFamily="2" typeface="ADLaM Display"/>
          <a:cs charset="0" panose="02010000000000000000" pitchFamily="2" typeface="ADLaM Display"/>
        </a:defRPr>
      </a:lvl4pPr>
      <a:lvl5pPr algn="l" defTabSz="914400" eaLnBrk="1" hangingPunct="1" indent="-228600" latinLnBrk="0" marL="2057400" rtl="0">
        <a:lnSpc>
          <a:spcPct val="90000"/>
        </a:lnSpc>
        <a:spcBef>
          <a:spcPts val="500"/>
        </a:spcBef>
        <a:buFont charset="0" panose="020B0604020202020204" pitchFamily="34" typeface="Arial"/>
        <a:buChar char="•"/>
        <a:defRPr kern="1200" sz="1800">
          <a:solidFill>
            <a:schemeClr val="tx1"/>
          </a:solidFill>
          <a:latin charset="0" panose="020B0603030502060204" pitchFamily="34" typeface="Proxima Nova Medium"/>
          <a:ea charset="0" panose="02010000000000000000" pitchFamily="2" typeface="ADLaM Display"/>
          <a:cs charset="0" panose="02010000000000000000" pitchFamily="2" typeface="ADLaM Display"/>
        </a:defRPr>
      </a:lvl5pPr>
      <a:lvl6pPr algn="l" defTabSz="914400" eaLnBrk="1" hangingPunct="1" indent="-228600" latinLnBrk="0" marL="2514600" rtl="0">
        <a:lnSpc>
          <a:spcPct val="90000"/>
        </a:lnSpc>
        <a:spcBef>
          <a:spcPts val="500"/>
        </a:spcBef>
        <a:buFont charset="0" panose="020B0604020202020204" pitchFamily="34"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6pPr>
      <a:lvl7pPr algn="l" defTabSz="914400" eaLnBrk="1" hangingPunct="1" indent="-228600" latinLnBrk="0" marL="2971800" rtl="0">
        <a:lnSpc>
          <a:spcPct val="90000"/>
        </a:lnSpc>
        <a:spcBef>
          <a:spcPts val="500"/>
        </a:spcBef>
        <a:buFont charset="0" panose="020B0604020202020204" pitchFamily="34"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7pPr>
      <a:lvl8pPr algn="l" defTabSz="914400" eaLnBrk="1" hangingPunct="1" indent="-228600" latinLnBrk="0" marL="3429000" rtl="0">
        <a:lnSpc>
          <a:spcPct val="90000"/>
        </a:lnSpc>
        <a:spcBef>
          <a:spcPts val="500"/>
        </a:spcBef>
        <a:buFont charset="0" panose="020B0604020202020204" pitchFamily="34"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8pPr>
      <a:lvl9pPr algn="l" defTabSz="914400" eaLnBrk="1" hangingPunct="1" indent="-228600" latinLnBrk="0" marL="3886200" rtl="0">
        <a:lnSpc>
          <a:spcPct val="90000"/>
        </a:lnSpc>
        <a:spcBef>
          <a:spcPts val="500"/>
        </a:spcBef>
        <a:buFont charset="0" panose="020B0604020202020204" pitchFamily="34"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914400" eaLnBrk="1" hangingPunct="1" latinLnBrk="0" marL="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1pPr>
      <a:lvl2pPr algn="l" defTabSz="914400" eaLnBrk="1" hangingPunct="1" latinLnBrk="0" marL="4572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2pPr>
      <a:lvl3pPr algn="l" defTabSz="914400" eaLnBrk="1" hangingPunct="1" latinLnBrk="0" marL="9144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3pPr>
      <a:lvl4pPr algn="l" defTabSz="914400" eaLnBrk="1" hangingPunct="1" latinLnBrk="0" marL="13716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4pPr>
      <a:lvl5pPr algn="l" defTabSz="914400" eaLnBrk="1" hangingPunct="1" latinLnBrk="0" marL="18288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5pPr>
      <a:lvl6pPr algn="l" defTabSz="914400" eaLnBrk="1" hangingPunct="1" latinLnBrk="0" marL="22860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6pPr>
      <a:lvl7pPr algn="l" defTabSz="914400" eaLnBrk="1" hangingPunct="1" latinLnBrk="0" marL="27432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7pPr>
      <a:lvl8pPr algn="l" defTabSz="914400" eaLnBrk="1" hangingPunct="1" latinLnBrk="0" marL="32004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8pPr>
      <a:lvl9pPr algn="l" defTabSz="914400" eaLnBrk="1" hangingPunct="1" latinLnBrk="0" marL="36576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slide" Target="slide3.xml" /><Relationship Id="rId3" Type="http://schemas.openxmlformats.org/officeDocument/2006/relationships/slide" Target="slide4.xml" /><Relationship Id="rId4" Type="http://schemas.openxmlformats.org/officeDocument/2006/relationships/slide" Target="slide5.xml" /><Relationship Id="rId5" Type="http://schemas.openxmlformats.org/officeDocument/2006/relationships/slide" Target="slide6.xml" /><Relationship Id="rId6" Type="http://schemas.openxmlformats.org/officeDocument/2006/relationships/slide" Target="slide7.xml" /><Relationship Id="rId7" Type="http://schemas.openxmlformats.org/officeDocument/2006/relationships/slide" Target="slide8.xml" /><Relationship Id="rId8" Type="http://schemas.openxmlformats.org/officeDocument/2006/relationships/slide" Target="slide9.xml" /><Relationship Id="rId9" Type="http://schemas.openxmlformats.org/officeDocument/2006/relationships/slide" Target="slide10.xm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4.png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5.png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6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3D5F800-A766-84B3-EE1A-4EB9243A9F8C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838200" y="2077879"/>
            <a:ext cx="10515600" cy="791701"/>
          </a:xfrm>
        </p:spPr>
        <p:txBody>
          <a:bodyPr/>
          <a:lstStyle/>
          <a:p>
            <a:pPr lvl="0" indent="0" marL="0">
              <a:buNone/>
            </a:pPr>
            <a:r>
              <a:rPr/>
              <a:t>AAGI PPTX Presentation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55199397-2104-6355-A974-0FA3299F642A}"/>
              </a:ext>
            </a:extLst>
          </p:cNvPr>
          <p:cNvSpPr>
            <a:spLocks noGrp="1"/>
          </p:cNvSpPr>
          <p:nvPr>
            <p:ph idx="1" type="subTitle"/>
          </p:nvPr>
        </p:nvSpPr>
        <p:spPr>
          <a:xfrm>
            <a:off x="838200" y="3036612"/>
            <a:ext cx="10515600" cy="395851"/>
          </a:xfrm>
        </p:spPr>
        <p:txBody>
          <a:bodyPr/>
          <a:lstStyle/>
          <a:p>
            <a:pPr lvl="0" indent="0" marL="0">
              <a:buNone/>
            </a:pPr>
            <a:r>
              <a:rPr/>
              <a:t>Adam Sparks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EB7501B-E29E-9380-EF6F-54697E247B0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Table of contents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CBDE32D-4DB1-B264-D689-AEF82481FA8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>
                <a:hlinkClick r:id="rId2" action="ppaction://hlinksldjump"/>
              </a:rPr>
              <a:t>An AAGI pptx Theme for Quarto</a:t>
            </a:r>
          </a:p>
          <a:p>
            <a:pPr lvl="0"/>
            <a:r>
              <a:rPr>
                <a:hlinkClick r:id="rId3" action="ppaction://hlinksldjump"/>
              </a:rPr>
              <a:t>Bullet point</a:t>
            </a:r>
          </a:p>
          <a:p>
            <a:pPr lvl="0"/>
            <a:r>
              <a:rPr>
                <a:hlinkClick r:id="rId4" action="ppaction://hlinksldjump"/>
              </a:rPr>
              <a:t>Tables</a:t>
            </a:r>
          </a:p>
          <a:p>
            <a:pPr lvl="0"/>
            <a:r>
              <a:rPr>
                <a:hlinkClick r:id="rId5" action="ppaction://hlinksldjump"/>
              </a:rPr>
              <a:t>Example</a:t>
            </a:r>
          </a:p>
          <a:p>
            <a:pPr lvl="0"/>
            <a:r>
              <a:rPr>
                <a:hlinkClick r:id="rId6" action="ppaction://hlinksldjump"/>
              </a:rPr>
              <a:t>Basic Figures</a:t>
            </a:r>
          </a:p>
          <a:p>
            <a:pPr lvl="0"/>
            <a:r>
              <a:rPr>
                <a:hlinkClick r:id="rId7" action="ppaction://hlinksldjump"/>
              </a:rPr>
              <a:t>Figures with {ggplot2}</a:t>
            </a:r>
          </a:p>
          <a:p>
            <a:pPr lvl="0"/>
            <a:r>
              <a:rPr>
                <a:hlinkClick r:id="rId8" action="ppaction://hlinksldjump"/>
              </a:rPr>
              <a:t>Slides With Columns</a:t>
            </a:r>
          </a:p>
          <a:p>
            <a:pPr lvl="0"/>
            <a:r>
              <a:rPr>
                <a:hlinkClick r:id="rId9" action="ppaction://hlinksldjump"/>
              </a:rPr>
              <a:t>Thank You</a:t>
            </a:r>
          </a:p>
        </p:txBody>
      </p:sp>
      <p:sp>
        <p:nvSpPr>
          <p:cNvPr id="11" name="Date Placeholder 3">
            <a:extLst>
              <a:ext uri="{FF2B5EF4-FFF2-40B4-BE49-F238E27FC236}">
                <a16:creationId xmlns:a16="http://schemas.microsoft.com/office/drawing/2014/main" id="{2282C182-213E-857B-91CD-C9E61BC5B253}"/>
              </a:ext>
            </a:extLst>
          </p:cNvPr>
          <p:cNvSpPr>
            <a:spLocks noGrp="1"/>
          </p:cNvSpPr>
          <p:nvPr>
            <p:ph idx="10" sz="half" type="dt"/>
          </p:nvPr>
        </p:nvSpPr>
        <p:spPr>
          <a:xfrm>
            <a:off x="0" y="6629400"/>
            <a:ext cx="2743200" cy="22860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endParaRPr dirty="0" lang="en-AU"/>
          </a:p>
        </p:txBody>
      </p:sp>
      <p:sp>
        <p:nvSpPr>
          <p:cNvPr id="12" name="Footer Placeholder 4">
            <a:extLst>
              <a:ext uri="{FF2B5EF4-FFF2-40B4-BE49-F238E27FC236}">
                <a16:creationId xmlns:a16="http://schemas.microsoft.com/office/drawing/2014/main" id="{3F839BB0-7B6B-E5D8-1C7E-7A9ACEB6EC47}"/>
              </a:ext>
            </a:extLst>
          </p:cNvPr>
          <p:cNvSpPr>
            <a:spLocks noGrp="1"/>
          </p:cNvSpPr>
          <p:nvPr>
            <p:ph idx="11" sz="quarter" type="ftr"/>
          </p:nvPr>
        </p:nvSpPr>
        <p:spPr>
          <a:xfrm>
            <a:off x="4038600" y="6629400"/>
            <a:ext cx="4114800" cy="22860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endParaRPr dirty="0" lang="en-AU"/>
          </a:p>
        </p:txBody>
      </p:sp>
      <p:sp>
        <p:nvSpPr>
          <p:cNvPr id="13" name="Slide Number Placeholder 5">
            <a:extLst>
              <a:ext uri="{FF2B5EF4-FFF2-40B4-BE49-F238E27FC236}">
                <a16:creationId xmlns:a16="http://schemas.microsoft.com/office/drawing/2014/main" id="{D9D80738-ACDC-3B67-1ED3-1B320F625400}"/>
              </a:ext>
            </a:extLst>
          </p:cNvPr>
          <p:cNvSpPr>
            <a:spLocks noGrp="1"/>
          </p:cNvSpPr>
          <p:nvPr>
            <p:ph idx="12" sz="quarter" type="sldNum"/>
          </p:nvPr>
        </p:nvSpPr>
        <p:spPr>
          <a:xfrm>
            <a:off x="9448800" y="6629400"/>
            <a:ext cx="2743200" cy="22860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fld id="{D8E684C7-7750-4CD9-985D-E80E6D7E3A96}" type="slidenum">
              <a:rPr lang="en-AU" smtClean="0"/>
              <a:pPr/>
              <a:t>‹#›</a:t>
            </a:fld>
            <a:endParaRPr dirty="0" lang="en-AU"/>
          </a:p>
        </p:txBody>
      </p:sp>
    </p:spTree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EB7501B-E29E-9380-EF6F-54697E247B0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An AAGI pptx Theme for Quarto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CBDE32D-4DB1-B264-D689-AEF82481FA8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This Quarto extension allows you to create slides using an AAGI-styled theme.</a:t>
            </a:r>
          </a:p>
        </p:txBody>
      </p:sp>
      <p:sp>
        <p:nvSpPr>
          <p:cNvPr id="11" name="Date Placeholder 3">
            <a:extLst>
              <a:ext uri="{FF2B5EF4-FFF2-40B4-BE49-F238E27FC236}">
                <a16:creationId xmlns:a16="http://schemas.microsoft.com/office/drawing/2014/main" id="{2282C182-213E-857B-91CD-C9E61BC5B253}"/>
              </a:ext>
            </a:extLst>
          </p:cNvPr>
          <p:cNvSpPr>
            <a:spLocks noGrp="1"/>
          </p:cNvSpPr>
          <p:nvPr>
            <p:ph idx="10" sz="half" type="dt"/>
          </p:nvPr>
        </p:nvSpPr>
        <p:spPr>
          <a:xfrm>
            <a:off x="0" y="6629400"/>
            <a:ext cx="2743200" cy="22860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endParaRPr dirty="0" lang="en-AU"/>
          </a:p>
        </p:txBody>
      </p:sp>
      <p:sp>
        <p:nvSpPr>
          <p:cNvPr id="12" name="Footer Placeholder 4">
            <a:extLst>
              <a:ext uri="{FF2B5EF4-FFF2-40B4-BE49-F238E27FC236}">
                <a16:creationId xmlns:a16="http://schemas.microsoft.com/office/drawing/2014/main" id="{3F839BB0-7B6B-E5D8-1C7E-7A9ACEB6EC47}"/>
              </a:ext>
            </a:extLst>
          </p:cNvPr>
          <p:cNvSpPr>
            <a:spLocks noGrp="1"/>
          </p:cNvSpPr>
          <p:nvPr>
            <p:ph idx="11" sz="quarter" type="ftr"/>
          </p:nvPr>
        </p:nvSpPr>
        <p:spPr>
          <a:xfrm>
            <a:off x="4038600" y="6629400"/>
            <a:ext cx="4114800" cy="22860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endParaRPr dirty="0" lang="en-AU"/>
          </a:p>
        </p:txBody>
      </p:sp>
      <p:sp>
        <p:nvSpPr>
          <p:cNvPr id="13" name="Slide Number Placeholder 5">
            <a:extLst>
              <a:ext uri="{FF2B5EF4-FFF2-40B4-BE49-F238E27FC236}">
                <a16:creationId xmlns:a16="http://schemas.microsoft.com/office/drawing/2014/main" id="{D9D80738-ACDC-3B67-1ED3-1B320F625400}"/>
              </a:ext>
            </a:extLst>
          </p:cNvPr>
          <p:cNvSpPr>
            <a:spLocks noGrp="1"/>
          </p:cNvSpPr>
          <p:nvPr>
            <p:ph idx="12" sz="quarter" type="sldNum"/>
          </p:nvPr>
        </p:nvSpPr>
        <p:spPr>
          <a:xfrm>
            <a:off x="9448800" y="6629400"/>
            <a:ext cx="2743200" cy="22860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fld id="{D8E684C7-7750-4CD9-985D-E80E6D7E3A96}" type="slidenum">
              <a:rPr lang="en-AU" smtClean="0"/>
              <a:pPr/>
              <a:t>‹#›</a:t>
            </a:fld>
            <a:endParaRPr dirty="0" lang="en-AU"/>
          </a:p>
        </p:txBody>
      </p:sp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EB7501B-E29E-9380-EF6F-54697E247B0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Bullet point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CBDE32D-4DB1-B264-D689-AEF82481FA8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Point 1</a:t>
            </a:r>
          </a:p>
          <a:p>
            <a:pPr lvl="0"/>
            <a:r>
              <a:rPr/>
              <a:t>Point 2</a:t>
            </a:r>
          </a:p>
        </p:txBody>
      </p:sp>
      <p:sp>
        <p:nvSpPr>
          <p:cNvPr id="11" name="Date Placeholder 3">
            <a:extLst>
              <a:ext uri="{FF2B5EF4-FFF2-40B4-BE49-F238E27FC236}">
                <a16:creationId xmlns:a16="http://schemas.microsoft.com/office/drawing/2014/main" id="{2282C182-213E-857B-91CD-C9E61BC5B253}"/>
              </a:ext>
            </a:extLst>
          </p:cNvPr>
          <p:cNvSpPr>
            <a:spLocks noGrp="1"/>
          </p:cNvSpPr>
          <p:nvPr>
            <p:ph idx="10" sz="half" type="dt"/>
          </p:nvPr>
        </p:nvSpPr>
        <p:spPr>
          <a:xfrm>
            <a:off x="0" y="6629400"/>
            <a:ext cx="2743200" cy="22860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endParaRPr dirty="0" lang="en-AU"/>
          </a:p>
        </p:txBody>
      </p:sp>
      <p:sp>
        <p:nvSpPr>
          <p:cNvPr id="12" name="Footer Placeholder 4">
            <a:extLst>
              <a:ext uri="{FF2B5EF4-FFF2-40B4-BE49-F238E27FC236}">
                <a16:creationId xmlns:a16="http://schemas.microsoft.com/office/drawing/2014/main" id="{3F839BB0-7B6B-E5D8-1C7E-7A9ACEB6EC47}"/>
              </a:ext>
            </a:extLst>
          </p:cNvPr>
          <p:cNvSpPr>
            <a:spLocks noGrp="1"/>
          </p:cNvSpPr>
          <p:nvPr>
            <p:ph idx="11" sz="quarter" type="ftr"/>
          </p:nvPr>
        </p:nvSpPr>
        <p:spPr>
          <a:xfrm>
            <a:off x="4038600" y="6629400"/>
            <a:ext cx="4114800" cy="22860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endParaRPr dirty="0" lang="en-AU"/>
          </a:p>
        </p:txBody>
      </p:sp>
      <p:sp>
        <p:nvSpPr>
          <p:cNvPr id="13" name="Slide Number Placeholder 5">
            <a:extLst>
              <a:ext uri="{FF2B5EF4-FFF2-40B4-BE49-F238E27FC236}">
                <a16:creationId xmlns:a16="http://schemas.microsoft.com/office/drawing/2014/main" id="{D9D80738-ACDC-3B67-1ED3-1B320F625400}"/>
              </a:ext>
            </a:extLst>
          </p:cNvPr>
          <p:cNvSpPr>
            <a:spLocks noGrp="1"/>
          </p:cNvSpPr>
          <p:nvPr>
            <p:ph idx="12" sz="quarter" type="sldNum"/>
          </p:nvPr>
        </p:nvSpPr>
        <p:spPr>
          <a:xfrm>
            <a:off x="9448800" y="6629400"/>
            <a:ext cx="2743200" cy="22860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fld id="{D8E684C7-7750-4CD9-985D-E80E6D7E3A96}" type="slidenum">
              <a:rPr lang="en-AU" smtClean="0"/>
              <a:pPr/>
              <a:t>‹#›</a:t>
            </a:fld>
            <a:endParaRPr dirty="0" lang="en-AU"/>
          </a:p>
        </p:txBody>
      </p:sp>
    </p:spTree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EB7501B-E29E-9380-EF6F-54697E247B0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Tables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CBDE32D-4DB1-B264-D689-AEF82481FA8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For tables, we suggest using {AAGIThemes} with </a:t>
            </a:r>
            <a:r>
              <a:rPr>
                <a:latin typeface="Courier"/>
              </a:rPr>
              <a:t>theme_ft_aagi</a:t>
            </a:r>
            <a:r>
              <a:rPr/>
              <a:t>.</a:t>
            </a:r>
          </a:p>
        </p:txBody>
      </p:sp>
      <p:sp>
        <p:nvSpPr>
          <p:cNvPr id="11" name="Date Placeholder 3">
            <a:extLst>
              <a:ext uri="{FF2B5EF4-FFF2-40B4-BE49-F238E27FC236}">
                <a16:creationId xmlns:a16="http://schemas.microsoft.com/office/drawing/2014/main" id="{2282C182-213E-857B-91CD-C9E61BC5B253}"/>
              </a:ext>
            </a:extLst>
          </p:cNvPr>
          <p:cNvSpPr>
            <a:spLocks noGrp="1"/>
          </p:cNvSpPr>
          <p:nvPr>
            <p:ph idx="10" sz="half" type="dt"/>
          </p:nvPr>
        </p:nvSpPr>
        <p:spPr>
          <a:xfrm>
            <a:off x="0" y="6629400"/>
            <a:ext cx="2743200" cy="22860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endParaRPr dirty="0" lang="en-AU"/>
          </a:p>
        </p:txBody>
      </p:sp>
      <p:sp>
        <p:nvSpPr>
          <p:cNvPr id="12" name="Footer Placeholder 4">
            <a:extLst>
              <a:ext uri="{FF2B5EF4-FFF2-40B4-BE49-F238E27FC236}">
                <a16:creationId xmlns:a16="http://schemas.microsoft.com/office/drawing/2014/main" id="{3F839BB0-7B6B-E5D8-1C7E-7A9ACEB6EC47}"/>
              </a:ext>
            </a:extLst>
          </p:cNvPr>
          <p:cNvSpPr>
            <a:spLocks noGrp="1"/>
          </p:cNvSpPr>
          <p:nvPr>
            <p:ph idx="11" sz="quarter" type="ftr"/>
          </p:nvPr>
        </p:nvSpPr>
        <p:spPr>
          <a:xfrm>
            <a:off x="4038600" y="6629400"/>
            <a:ext cx="4114800" cy="22860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endParaRPr dirty="0" lang="en-AU"/>
          </a:p>
        </p:txBody>
      </p:sp>
      <p:sp>
        <p:nvSpPr>
          <p:cNvPr id="13" name="Slide Number Placeholder 5">
            <a:extLst>
              <a:ext uri="{FF2B5EF4-FFF2-40B4-BE49-F238E27FC236}">
                <a16:creationId xmlns:a16="http://schemas.microsoft.com/office/drawing/2014/main" id="{D9D80738-ACDC-3B67-1ED3-1B320F625400}"/>
              </a:ext>
            </a:extLst>
          </p:cNvPr>
          <p:cNvSpPr>
            <a:spLocks noGrp="1"/>
          </p:cNvSpPr>
          <p:nvPr>
            <p:ph idx="12" sz="quarter" type="sldNum"/>
          </p:nvPr>
        </p:nvSpPr>
        <p:spPr>
          <a:xfrm>
            <a:off x="9448800" y="6629400"/>
            <a:ext cx="2743200" cy="22860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fld id="{D8E684C7-7750-4CD9-985D-E80E6D7E3A96}" type="slidenum">
              <a:rPr lang="en-AU" smtClean="0"/>
              <a:pPr/>
              <a:t>‹#›</a:t>
            </a:fld>
            <a:endParaRPr dirty="0" lang="en-AU"/>
          </a:p>
        </p:txBody>
      </p:sp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EB7501B-E29E-9380-EF6F-54697E247B0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Example</a:t>
            </a:r>
          </a:p>
        </p:txBody>
      </p:sp>
      <p:graphicFrame xmlns:a="http://schemas.openxmlformats.org/drawingml/2006/main" xmlns:r="http://schemas.openxmlformats.org/officeDocument/2006/relationships" xmlns:p="http://schemas.openxmlformats.org/presentationml/2006/main">
        <p:nvGraphicFramePr>
          <p:cNvPr id="360767888" name=""/>
          <p:cNvGraphicFramePr>
            <a:graphicFrameLocks noGrp="true"/>
          </p:cNvGraphicFramePr>
          <p:nvPr/>
        </p:nvGraphicFramePr>
        <p:xfrm rot="0">
          <a:off x="914400" y="1828800"/>
          <a:ext cx="9144000" cy="5486400"/>
        </p:xfrm>
        <a:graphic>
          <a:graphicData uri="http://schemas.openxmlformats.org/drawingml/2006/table">
            <a:tbl>
              <a:tblPr/>
              <a:tblGrid>
                <a:gridCol w="751019"/>
                <a:gridCol w="829055"/>
                <a:gridCol w="662206"/>
                <a:gridCol w="696381"/>
                <a:gridCol w="761456"/>
                <a:gridCol w="562070"/>
                <a:gridCol w="1261593"/>
              </a:tblGrid>
              <a:tr h="395605"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1" u="none" strike="noStrike">
                          <a:solidFill>
                            <a:srgbClr val="FFFFFF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Ozone</a:t>
                      </a:r>
                    </a:p>
                  </a:txBody>
                  <a:tcPr anchor="ctr" marB="63500" marT="63500" marR="0" marL="0">
                    <a:lnL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L>
                    <a:lnR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B>
                    <a:solidFill>
                      <a:srgbClr val="00808B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1" u="none" strike="noStrike">
                          <a:solidFill>
                            <a:srgbClr val="FFFFFF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Solar.R</a:t>
                      </a:r>
                    </a:p>
                  </a:txBody>
                  <a:tcPr anchor="ctr" marB="63500" marT="63500" marR="0" marL="0">
                    <a:lnL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L>
                    <a:lnR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B>
                    <a:solidFill>
                      <a:srgbClr val="00808B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1" u="none" strike="noStrike">
                          <a:solidFill>
                            <a:srgbClr val="FFFFFF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Wind</a:t>
                      </a:r>
                    </a:p>
                  </a:txBody>
                  <a:tcPr anchor="ctr" marB="63500" marT="63500" marR="0" marL="0">
                    <a:lnL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L>
                    <a:lnR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B>
                    <a:solidFill>
                      <a:srgbClr val="00808B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1" u="none" strike="noStrike">
                          <a:solidFill>
                            <a:srgbClr val="FFFFFF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Temp</a:t>
                      </a:r>
                    </a:p>
                  </a:txBody>
                  <a:tcPr anchor="ctr" marB="63500" marT="63500" marR="0" marL="0">
                    <a:lnL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L>
                    <a:lnR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B>
                    <a:solidFill>
                      <a:srgbClr val="00808B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1" u="none" strike="noStrike">
                          <a:solidFill>
                            <a:srgbClr val="FFFFFF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Month</a:t>
                      </a:r>
                    </a:p>
                  </a:txBody>
                  <a:tcPr anchor="ctr" marB="63500" marT="63500" marR="0" marL="0">
                    <a:lnL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L>
                    <a:lnR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B>
                    <a:solidFill>
                      <a:srgbClr val="00808B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1" u="none" strike="noStrike">
                          <a:solidFill>
                            <a:srgbClr val="FFFFFF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Day</a:t>
                      </a:r>
                    </a:p>
                  </a:txBody>
                  <a:tcPr anchor="ctr" marB="63500" marT="63500" marR="0" marL="0">
                    <a:lnL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L>
                    <a:lnR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B>
                    <a:solidFill>
                      <a:srgbClr val="00808B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1" u="none" strike="noStrike">
                          <a:solidFill>
                            <a:srgbClr val="FFFFFF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Month Name</a:t>
                      </a:r>
                    </a:p>
                  </a:txBody>
                  <a:tcPr anchor="ctr" marB="63500" marT="63500" marR="0" marL="0">
                    <a:lnL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L>
                    <a:lnR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B>
                    <a:solidFill>
                      <a:srgbClr val="00808B">
                        <a:alpha val="100000"/>
                      </a:srgbClr>
                    </a:solidFill>
                  </a:tcPr>
                </a:tc>
              </a:tr>
              <a:tr h="395605"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414042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41</a:t>
                      </a:r>
                    </a:p>
                  </a:txBody>
                  <a:tcPr anchor="ctr" marB="63500" marT="63500" marR="0" marL="0">
                    <a:lnL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L>
                    <a:lnR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B>
                    <a:solidFill>
                      <a:srgbClr val="F2F2F2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414042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190</a:t>
                      </a:r>
                    </a:p>
                  </a:txBody>
                  <a:tcPr anchor="ctr" marB="63500" marT="63500" marR="0" marL="0">
                    <a:lnL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L>
                    <a:lnR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B>
                    <a:solidFill>
                      <a:srgbClr val="F2F2F2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414042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7.4</a:t>
                      </a:r>
                    </a:p>
                  </a:txBody>
                  <a:tcPr anchor="ctr" marB="63500" marT="63500" marR="0" marL="0">
                    <a:lnL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L>
                    <a:lnR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B>
                    <a:solidFill>
                      <a:srgbClr val="F2F2F2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414042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67</a:t>
                      </a:r>
                    </a:p>
                  </a:txBody>
                  <a:tcPr anchor="ctr" marB="63500" marT="63500" marR="0" marL="0">
                    <a:lnL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L>
                    <a:lnR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B>
                    <a:solidFill>
                      <a:srgbClr val="F2F2F2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414042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5</a:t>
                      </a:r>
                    </a:p>
                  </a:txBody>
                  <a:tcPr anchor="ctr" marB="63500" marT="63500" marR="0" marL="0">
                    <a:lnL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L>
                    <a:lnR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B>
                    <a:solidFill>
                      <a:srgbClr val="F2F2F2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414042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1</a:t>
                      </a:r>
                    </a:p>
                  </a:txBody>
                  <a:tcPr anchor="ctr" marB="63500" marT="63500" marR="0" marL="0">
                    <a:lnL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L>
                    <a:lnR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B>
                    <a:solidFill>
                      <a:srgbClr val="F2F2F2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414042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May</a:t>
                      </a:r>
                    </a:p>
                  </a:txBody>
                  <a:tcPr anchor="ctr" marB="63500" marT="63500" marR="0" marL="0">
                    <a:lnL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L>
                    <a:lnR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B>
                    <a:solidFill>
                      <a:srgbClr val="F2F2F2">
                        <a:alpha val="100000"/>
                      </a:srgbClr>
                    </a:solidFill>
                  </a:tcPr>
                </a:tc>
              </a:tr>
              <a:tr h="395605"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414042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36</a:t>
                      </a:r>
                    </a:p>
                  </a:txBody>
                  <a:tcPr anchor="ctr" marB="63500" marT="63500" marR="0" marL="0">
                    <a:lnL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L>
                    <a:lnR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B>
                    <a:solidFill>
                      <a:srgbClr val="F2F2F2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414042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118</a:t>
                      </a:r>
                    </a:p>
                  </a:txBody>
                  <a:tcPr anchor="ctr" marB="63500" marT="63500" marR="0" marL="0">
                    <a:lnL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L>
                    <a:lnR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B>
                    <a:solidFill>
                      <a:srgbClr val="F2F2F2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414042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8.0</a:t>
                      </a:r>
                    </a:p>
                  </a:txBody>
                  <a:tcPr anchor="ctr" marB="63500" marT="63500" marR="0" marL="0">
                    <a:lnL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L>
                    <a:lnR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B>
                    <a:solidFill>
                      <a:srgbClr val="F2F2F2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414042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72</a:t>
                      </a:r>
                    </a:p>
                  </a:txBody>
                  <a:tcPr anchor="ctr" marB="63500" marT="63500" marR="0" marL="0">
                    <a:lnL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L>
                    <a:lnR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B>
                    <a:solidFill>
                      <a:srgbClr val="F2F2F2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414042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5</a:t>
                      </a:r>
                    </a:p>
                  </a:txBody>
                  <a:tcPr anchor="ctr" marB="63500" marT="63500" marR="0" marL="0">
                    <a:lnL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L>
                    <a:lnR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B>
                    <a:solidFill>
                      <a:srgbClr val="F2F2F2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414042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2</a:t>
                      </a:r>
                    </a:p>
                  </a:txBody>
                  <a:tcPr anchor="ctr" marB="63500" marT="63500" marR="0" marL="0">
                    <a:lnL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L>
                    <a:lnR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B>
                    <a:solidFill>
                      <a:srgbClr val="F2F2F2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414042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May</a:t>
                      </a:r>
                    </a:p>
                  </a:txBody>
                  <a:tcPr anchor="ctr" marB="63500" marT="63500" marR="0" marL="0">
                    <a:lnL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L>
                    <a:lnR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B>
                    <a:solidFill>
                      <a:srgbClr val="F2F2F2">
                        <a:alpha val="100000"/>
                      </a:srgbClr>
                    </a:solidFill>
                  </a:tcPr>
                </a:tc>
              </a:tr>
              <a:tr h="395605"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414042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12</a:t>
                      </a:r>
                    </a:p>
                  </a:txBody>
                  <a:tcPr anchor="ctr" marB="63500" marT="63500" marR="0" marL="0">
                    <a:lnL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L>
                    <a:lnR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B>
                    <a:solidFill>
                      <a:srgbClr val="F2F2F2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414042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149</a:t>
                      </a:r>
                    </a:p>
                  </a:txBody>
                  <a:tcPr anchor="ctr" marB="63500" marT="63500" marR="0" marL="0">
                    <a:lnL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L>
                    <a:lnR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B>
                    <a:solidFill>
                      <a:srgbClr val="F2F2F2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414042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12.6</a:t>
                      </a:r>
                    </a:p>
                  </a:txBody>
                  <a:tcPr anchor="ctr" marB="63500" marT="63500" marR="0" marL="0">
                    <a:lnL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L>
                    <a:lnR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B>
                    <a:solidFill>
                      <a:srgbClr val="F2F2F2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414042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74</a:t>
                      </a:r>
                    </a:p>
                  </a:txBody>
                  <a:tcPr anchor="ctr" marB="63500" marT="63500" marR="0" marL="0">
                    <a:lnL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L>
                    <a:lnR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B>
                    <a:solidFill>
                      <a:srgbClr val="F2F2F2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414042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5</a:t>
                      </a:r>
                    </a:p>
                  </a:txBody>
                  <a:tcPr anchor="ctr" marB="63500" marT="63500" marR="0" marL="0">
                    <a:lnL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L>
                    <a:lnR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B>
                    <a:solidFill>
                      <a:srgbClr val="F2F2F2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414042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3</a:t>
                      </a:r>
                    </a:p>
                  </a:txBody>
                  <a:tcPr anchor="ctr" marB="63500" marT="63500" marR="0" marL="0">
                    <a:lnL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L>
                    <a:lnR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B>
                    <a:solidFill>
                      <a:srgbClr val="F2F2F2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414042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May</a:t>
                      </a:r>
                    </a:p>
                  </a:txBody>
                  <a:tcPr anchor="ctr" marB="63500" marT="63500" marR="0" marL="0">
                    <a:lnL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L>
                    <a:lnR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B>
                    <a:solidFill>
                      <a:srgbClr val="F2F2F2">
                        <a:alpha val="100000"/>
                      </a:srgbClr>
                    </a:solidFill>
                  </a:tcPr>
                </a:tc>
              </a:tr>
              <a:tr h="395605"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414042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18</a:t>
                      </a:r>
                    </a:p>
                  </a:txBody>
                  <a:tcPr anchor="ctr" marB="63500" marT="63500" marR="0" marL="0">
                    <a:lnL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L>
                    <a:lnR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B>
                    <a:solidFill>
                      <a:srgbClr val="F2F2F2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414042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313</a:t>
                      </a:r>
                    </a:p>
                  </a:txBody>
                  <a:tcPr anchor="ctr" marB="63500" marT="63500" marR="0" marL="0">
                    <a:lnL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L>
                    <a:lnR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B>
                    <a:solidFill>
                      <a:srgbClr val="F2F2F2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414042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11.5</a:t>
                      </a:r>
                    </a:p>
                  </a:txBody>
                  <a:tcPr anchor="ctr" marB="63500" marT="63500" marR="0" marL="0">
                    <a:lnL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L>
                    <a:lnR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B>
                    <a:solidFill>
                      <a:srgbClr val="F2F2F2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414042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62</a:t>
                      </a:r>
                    </a:p>
                  </a:txBody>
                  <a:tcPr anchor="ctr" marB="63500" marT="63500" marR="0" marL="0">
                    <a:lnL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L>
                    <a:lnR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B>
                    <a:solidFill>
                      <a:srgbClr val="F2F2F2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414042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5</a:t>
                      </a:r>
                    </a:p>
                  </a:txBody>
                  <a:tcPr anchor="ctr" marB="63500" marT="63500" marR="0" marL="0">
                    <a:lnL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L>
                    <a:lnR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B>
                    <a:solidFill>
                      <a:srgbClr val="F2F2F2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414042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4</a:t>
                      </a:r>
                    </a:p>
                  </a:txBody>
                  <a:tcPr anchor="ctr" marB="63500" marT="63500" marR="0" marL="0">
                    <a:lnL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L>
                    <a:lnR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B>
                    <a:solidFill>
                      <a:srgbClr val="F2F2F2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414042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May</a:t>
                      </a:r>
                    </a:p>
                  </a:txBody>
                  <a:tcPr anchor="ctr" marB="63500" marT="63500" marR="0" marL="0">
                    <a:lnL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L>
                    <a:lnR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B>
                    <a:solidFill>
                      <a:srgbClr val="F2F2F2">
                        <a:alpha val="100000"/>
                      </a:srgbClr>
                    </a:solidFill>
                  </a:tcPr>
                </a:tc>
              </a:tr>
              <a:tr h="395605"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endParaRPr cap="none" sz="1100" i="0" b="0" u="none" strike="noStrike">
                        <a:solidFill>
                          <a:srgbClr val="414042">
                            <a:alpha val="100000"/>
                          </a:srgbClr>
                        </a:solidFill>
                        <a:latin typeface="DejaVu Sans"/>
                        <a:cs typeface="DejaVu Sans"/>
                        <a:ea typeface="DejaVu Sans"/>
                        <a:sym typeface="DejaVu Sans"/>
                      </a:endParaRPr>
                      <a:r>
                        <a:rPr cap="none" sz="1100" i="0" b="0" u="none" strike="noStrike">
                          <a:solidFill>
                            <a:srgbClr val="414042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/>
                      </a:r>
                    </a:p>
                  </a:txBody>
                  <a:tcPr anchor="ctr" marB="63500" marT="63500" marR="0" marL="0">
                    <a:lnL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L>
                    <a:lnR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B>
                    <a:solidFill>
                      <a:srgbClr val="F2F2F2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endParaRPr cap="none" sz="1100" i="0" b="0" u="none" strike="noStrike">
                        <a:solidFill>
                          <a:srgbClr val="414042">
                            <a:alpha val="100000"/>
                          </a:srgbClr>
                        </a:solidFill>
                        <a:latin typeface="DejaVu Sans"/>
                        <a:cs typeface="DejaVu Sans"/>
                        <a:ea typeface="DejaVu Sans"/>
                        <a:sym typeface="DejaVu Sans"/>
                      </a:endParaRPr>
                      <a:r>
                        <a:rPr cap="none" sz="1100" i="0" b="0" u="none" strike="noStrike">
                          <a:solidFill>
                            <a:srgbClr val="414042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/>
                      </a:r>
                    </a:p>
                  </a:txBody>
                  <a:tcPr anchor="ctr" marB="63500" marT="63500" marR="0" marL="0">
                    <a:lnL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L>
                    <a:lnR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B>
                    <a:solidFill>
                      <a:srgbClr val="F2F2F2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414042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14.3</a:t>
                      </a:r>
                    </a:p>
                  </a:txBody>
                  <a:tcPr anchor="ctr" marB="63500" marT="63500" marR="0" marL="0">
                    <a:lnL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L>
                    <a:lnR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B>
                    <a:solidFill>
                      <a:srgbClr val="F2F2F2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414042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56</a:t>
                      </a:r>
                    </a:p>
                  </a:txBody>
                  <a:tcPr anchor="ctr" marB="63500" marT="63500" marR="0" marL="0">
                    <a:lnL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L>
                    <a:lnR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B>
                    <a:solidFill>
                      <a:srgbClr val="F2F2F2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414042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5</a:t>
                      </a:r>
                    </a:p>
                  </a:txBody>
                  <a:tcPr anchor="ctr" marB="63500" marT="63500" marR="0" marL="0">
                    <a:lnL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L>
                    <a:lnR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B>
                    <a:solidFill>
                      <a:srgbClr val="F2F2F2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414042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5</a:t>
                      </a:r>
                    </a:p>
                  </a:txBody>
                  <a:tcPr anchor="ctr" marB="63500" marT="63500" marR="0" marL="0">
                    <a:lnL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L>
                    <a:lnR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B>
                    <a:solidFill>
                      <a:srgbClr val="F2F2F2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414042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May</a:t>
                      </a:r>
                    </a:p>
                  </a:txBody>
                  <a:tcPr anchor="ctr" marB="63500" marT="63500" marR="0" marL="0">
                    <a:lnL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L>
                    <a:lnR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B>
                    <a:solidFill>
                      <a:srgbClr val="F2F2F2">
                        <a:alpha val="100000"/>
                      </a:srgbClr>
                    </a:solidFill>
                  </a:tcPr>
                </a:tc>
              </a:tr>
              <a:tr h="395605"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414042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28</a:t>
                      </a:r>
                    </a:p>
                  </a:txBody>
                  <a:tcPr anchor="ctr" marB="63500" marT="63500" marR="0" marL="0">
                    <a:lnL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L>
                    <a:lnR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B>
                    <a:solidFill>
                      <a:srgbClr val="F2F2F2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endParaRPr cap="none" sz="1100" i="0" b="0" u="none" strike="noStrike">
                        <a:solidFill>
                          <a:srgbClr val="414042">
                            <a:alpha val="100000"/>
                          </a:srgbClr>
                        </a:solidFill>
                        <a:latin typeface="DejaVu Sans"/>
                        <a:cs typeface="DejaVu Sans"/>
                        <a:ea typeface="DejaVu Sans"/>
                        <a:sym typeface="DejaVu Sans"/>
                      </a:endParaRPr>
                      <a:r>
                        <a:rPr cap="none" sz="1100" i="0" b="0" u="none" strike="noStrike">
                          <a:solidFill>
                            <a:srgbClr val="414042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/>
                      </a:r>
                    </a:p>
                  </a:txBody>
                  <a:tcPr anchor="ctr" marB="63500" marT="63500" marR="0" marL="0">
                    <a:lnL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L>
                    <a:lnR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B>
                    <a:solidFill>
                      <a:srgbClr val="F2F2F2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414042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14.9</a:t>
                      </a:r>
                    </a:p>
                  </a:txBody>
                  <a:tcPr anchor="ctr" marB="63500" marT="63500" marR="0" marL="0">
                    <a:lnL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L>
                    <a:lnR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B>
                    <a:solidFill>
                      <a:srgbClr val="F2F2F2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414042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66</a:t>
                      </a:r>
                    </a:p>
                  </a:txBody>
                  <a:tcPr anchor="ctr" marB="63500" marT="63500" marR="0" marL="0">
                    <a:lnL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L>
                    <a:lnR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B>
                    <a:solidFill>
                      <a:srgbClr val="F2F2F2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414042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5</a:t>
                      </a:r>
                    </a:p>
                  </a:txBody>
                  <a:tcPr anchor="ctr" marB="63500" marT="63500" marR="0" marL="0">
                    <a:lnL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L>
                    <a:lnR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B>
                    <a:solidFill>
                      <a:srgbClr val="F2F2F2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414042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6</a:t>
                      </a:r>
                    </a:p>
                  </a:txBody>
                  <a:tcPr anchor="ctr" marB="63500" marT="63500" marR="0" marL="0">
                    <a:lnL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L>
                    <a:lnR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B>
                    <a:solidFill>
                      <a:srgbClr val="F2F2F2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414042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May</a:t>
                      </a:r>
                    </a:p>
                  </a:txBody>
                  <a:tcPr anchor="ctr" marB="63500" marT="63500" marR="0" marL="0">
                    <a:lnL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L>
                    <a:lnR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B>
                    <a:solidFill>
                      <a:srgbClr val="F2F2F2">
                        <a:alpha val="100000"/>
                      </a:srgbClr>
                    </a:solidFill>
                  </a:tcPr>
                </a:tc>
              </a:tr>
            </a:tbl>
          </a:graphicData>
        </a:graphic>
      </p:graphicFrame>
      <p:sp>
        <p:nvSpPr>
          <p:cNvPr id="11" name="Date Placeholder 3">
            <a:extLst>
              <a:ext uri="{FF2B5EF4-FFF2-40B4-BE49-F238E27FC236}">
                <a16:creationId xmlns:a16="http://schemas.microsoft.com/office/drawing/2014/main" id="{2282C182-213E-857B-91CD-C9E61BC5B253}"/>
              </a:ext>
            </a:extLst>
          </p:cNvPr>
          <p:cNvSpPr>
            <a:spLocks noGrp="1"/>
          </p:cNvSpPr>
          <p:nvPr>
            <p:ph idx="10" sz="half" type="dt"/>
          </p:nvPr>
        </p:nvSpPr>
        <p:spPr>
          <a:xfrm>
            <a:off x="0" y="6629400"/>
            <a:ext cx="2743200" cy="22860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endParaRPr dirty="0" lang="en-AU"/>
          </a:p>
        </p:txBody>
      </p:sp>
      <p:sp>
        <p:nvSpPr>
          <p:cNvPr id="12" name="Footer Placeholder 4">
            <a:extLst>
              <a:ext uri="{FF2B5EF4-FFF2-40B4-BE49-F238E27FC236}">
                <a16:creationId xmlns:a16="http://schemas.microsoft.com/office/drawing/2014/main" id="{3F839BB0-7B6B-E5D8-1C7E-7A9ACEB6EC47}"/>
              </a:ext>
            </a:extLst>
          </p:cNvPr>
          <p:cNvSpPr>
            <a:spLocks noGrp="1"/>
          </p:cNvSpPr>
          <p:nvPr>
            <p:ph idx="11" sz="quarter" type="ftr"/>
          </p:nvPr>
        </p:nvSpPr>
        <p:spPr>
          <a:xfrm>
            <a:off x="4038600" y="6629400"/>
            <a:ext cx="4114800" cy="22860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endParaRPr dirty="0" lang="en-AU"/>
          </a:p>
        </p:txBody>
      </p:sp>
      <p:sp>
        <p:nvSpPr>
          <p:cNvPr id="13" name="Slide Number Placeholder 5">
            <a:extLst>
              <a:ext uri="{FF2B5EF4-FFF2-40B4-BE49-F238E27FC236}">
                <a16:creationId xmlns:a16="http://schemas.microsoft.com/office/drawing/2014/main" id="{D9D80738-ACDC-3B67-1ED3-1B320F625400}"/>
              </a:ext>
            </a:extLst>
          </p:cNvPr>
          <p:cNvSpPr>
            <a:spLocks noGrp="1"/>
          </p:cNvSpPr>
          <p:nvPr>
            <p:ph idx="12" sz="quarter" type="sldNum"/>
          </p:nvPr>
        </p:nvSpPr>
        <p:spPr>
          <a:xfrm>
            <a:off x="9448800" y="6629400"/>
            <a:ext cx="2743200" cy="22860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fld id="{D8E684C7-7750-4CD9-985D-E80E6D7E3A96}" type="slidenum">
              <a:rPr lang="en-AU" smtClean="0"/>
              <a:pPr/>
              <a:t>‹#›</a:t>
            </a:fld>
            <a:endParaRPr dirty="0" lang="en-AU"/>
          </a:p>
        </p:txBody>
      </p:sp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EB7501B-E29E-9380-EF6F-54697E247B0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Basic Figures</a:t>
            </a:r>
          </a:p>
        </p:txBody>
      </p:sp>
      <p:pic>
        <p:nvPicPr>
          <p:cNvPr descr="template-pptx_files/figure-pptx/graphics-figure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1155700" y="1117600"/>
            <a:ext cx="9855200" cy="49276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1" name="Date Placeholder 3">
            <a:extLst>
              <a:ext uri="{FF2B5EF4-FFF2-40B4-BE49-F238E27FC236}">
                <a16:creationId xmlns:a16="http://schemas.microsoft.com/office/drawing/2014/main" id="{2282C182-213E-857B-91CD-C9E61BC5B253}"/>
              </a:ext>
            </a:extLst>
          </p:cNvPr>
          <p:cNvSpPr>
            <a:spLocks noGrp="1"/>
          </p:cNvSpPr>
          <p:nvPr>
            <p:ph idx="10" sz="half" type="dt"/>
          </p:nvPr>
        </p:nvSpPr>
        <p:spPr>
          <a:xfrm>
            <a:off x="0" y="6629400"/>
            <a:ext cx="2743200" cy="22860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endParaRPr dirty="0" lang="en-AU"/>
          </a:p>
        </p:txBody>
      </p:sp>
      <p:sp>
        <p:nvSpPr>
          <p:cNvPr id="12" name="Footer Placeholder 4">
            <a:extLst>
              <a:ext uri="{FF2B5EF4-FFF2-40B4-BE49-F238E27FC236}">
                <a16:creationId xmlns:a16="http://schemas.microsoft.com/office/drawing/2014/main" id="{3F839BB0-7B6B-E5D8-1C7E-7A9ACEB6EC47}"/>
              </a:ext>
            </a:extLst>
          </p:cNvPr>
          <p:cNvSpPr>
            <a:spLocks noGrp="1"/>
          </p:cNvSpPr>
          <p:nvPr>
            <p:ph idx="11" sz="quarter" type="ftr"/>
          </p:nvPr>
        </p:nvSpPr>
        <p:spPr>
          <a:xfrm>
            <a:off x="4038600" y="6629400"/>
            <a:ext cx="4114800" cy="22860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endParaRPr dirty="0" lang="en-AU"/>
          </a:p>
        </p:txBody>
      </p:sp>
      <p:sp>
        <p:nvSpPr>
          <p:cNvPr id="13" name="Slide Number Placeholder 5">
            <a:extLst>
              <a:ext uri="{FF2B5EF4-FFF2-40B4-BE49-F238E27FC236}">
                <a16:creationId xmlns:a16="http://schemas.microsoft.com/office/drawing/2014/main" id="{D9D80738-ACDC-3B67-1ED3-1B320F625400}"/>
              </a:ext>
            </a:extLst>
          </p:cNvPr>
          <p:cNvSpPr>
            <a:spLocks noGrp="1"/>
          </p:cNvSpPr>
          <p:nvPr>
            <p:ph idx="12" sz="quarter" type="sldNum"/>
          </p:nvPr>
        </p:nvSpPr>
        <p:spPr>
          <a:xfrm>
            <a:off x="9448800" y="6629400"/>
            <a:ext cx="2743200" cy="22860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fld id="{D8E684C7-7750-4CD9-985D-E80E6D7E3A96}" type="slidenum">
              <a:rPr lang="en-AU" smtClean="0"/>
              <a:pPr/>
              <a:t>‹#›</a:t>
            </a:fld>
            <a:endParaRPr dirty="0" lang="en-AU"/>
          </a:p>
        </p:txBody>
      </p:sp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EB7501B-E29E-9380-EF6F-54697E247B0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Figures with {ggplot2}</a:t>
            </a:r>
          </a:p>
        </p:txBody>
      </p:sp>
      <p:pic>
        <p:nvPicPr>
          <p:cNvPr descr="template-pptx_files/figure-pptx/ggplot2-figure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1155700" y="1117600"/>
            <a:ext cx="9855200" cy="49276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1" name="Date Placeholder 3">
            <a:extLst>
              <a:ext uri="{FF2B5EF4-FFF2-40B4-BE49-F238E27FC236}">
                <a16:creationId xmlns:a16="http://schemas.microsoft.com/office/drawing/2014/main" id="{2282C182-213E-857B-91CD-C9E61BC5B253}"/>
              </a:ext>
            </a:extLst>
          </p:cNvPr>
          <p:cNvSpPr>
            <a:spLocks noGrp="1"/>
          </p:cNvSpPr>
          <p:nvPr>
            <p:ph idx="10" sz="half" type="dt"/>
          </p:nvPr>
        </p:nvSpPr>
        <p:spPr>
          <a:xfrm>
            <a:off x="0" y="6629400"/>
            <a:ext cx="2743200" cy="22860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endParaRPr dirty="0" lang="en-AU"/>
          </a:p>
        </p:txBody>
      </p:sp>
      <p:sp>
        <p:nvSpPr>
          <p:cNvPr id="12" name="Footer Placeholder 4">
            <a:extLst>
              <a:ext uri="{FF2B5EF4-FFF2-40B4-BE49-F238E27FC236}">
                <a16:creationId xmlns:a16="http://schemas.microsoft.com/office/drawing/2014/main" id="{3F839BB0-7B6B-E5D8-1C7E-7A9ACEB6EC47}"/>
              </a:ext>
            </a:extLst>
          </p:cNvPr>
          <p:cNvSpPr>
            <a:spLocks noGrp="1"/>
          </p:cNvSpPr>
          <p:nvPr>
            <p:ph idx="11" sz="quarter" type="ftr"/>
          </p:nvPr>
        </p:nvSpPr>
        <p:spPr>
          <a:xfrm>
            <a:off x="4038600" y="6629400"/>
            <a:ext cx="4114800" cy="22860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endParaRPr dirty="0" lang="en-AU"/>
          </a:p>
        </p:txBody>
      </p:sp>
      <p:sp>
        <p:nvSpPr>
          <p:cNvPr id="13" name="Slide Number Placeholder 5">
            <a:extLst>
              <a:ext uri="{FF2B5EF4-FFF2-40B4-BE49-F238E27FC236}">
                <a16:creationId xmlns:a16="http://schemas.microsoft.com/office/drawing/2014/main" id="{D9D80738-ACDC-3B67-1ED3-1B320F625400}"/>
              </a:ext>
            </a:extLst>
          </p:cNvPr>
          <p:cNvSpPr>
            <a:spLocks noGrp="1"/>
          </p:cNvSpPr>
          <p:nvPr>
            <p:ph idx="12" sz="quarter" type="sldNum"/>
          </p:nvPr>
        </p:nvSpPr>
        <p:spPr>
          <a:xfrm>
            <a:off x="9448800" y="6629400"/>
            <a:ext cx="2743200" cy="22860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fld id="{D8E684C7-7750-4CD9-985D-E80E6D7E3A96}" type="slidenum">
              <a:rPr lang="en-AU" smtClean="0"/>
              <a:pPr/>
              <a:t>‹#›</a:t>
            </a:fld>
            <a:endParaRPr dirty="0" lang="en-AU"/>
          </a:p>
        </p:txBody>
      </p:sp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C0876AE-06E6-AC69-E8C6-8F887ABD771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Slides With Columns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6303A8B-C1D7-77DB-1CD5-8945DE1AFD3D}"/>
              </a:ext>
            </a:extLst>
          </p:cNvPr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This is a column on the left.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4B82A3C7-C689-5D87-80B7-75280C0789FF}"/>
              </a:ext>
            </a:extLst>
          </p:cNvPr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This is a column on the right.</a:t>
            </a:r>
          </a:p>
        </p:txBody>
      </p:sp>
      <p:sp>
        <p:nvSpPr>
          <p:cNvPr id="10" name="Date Placeholder 3">
            <a:extLst>
              <a:ext uri="{FF2B5EF4-FFF2-40B4-BE49-F238E27FC236}">
                <a16:creationId xmlns:a16="http://schemas.microsoft.com/office/drawing/2014/main" id="{2D81AA63-9033-31BC-9C81-78FF676D25BC}"/>
              </a:ext>
            </a:extLst>
          </p:cNvPr>
          <p:cNvSpPr>
            <a:spLocks noGrp="1"/>
          </p:cNvSpPr>
          <p:nvPr>
            <p:ph idx="10" sz="half" type="dt"/>
          </p:nvPr>
        </p:nvSpPr>
        <p:spPr>
          <a:xfrm>
            <a:off x="0" y="6629400"/>
            <a:ext cx="2743200" cy="22860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endParaRPr dirty="0" lang="en-AU"/>
          </a:p>
        </p:txBody>
      </p:sp>
      <p:sp>
        <p:nvSpPr>
          <p:cNvPr id="11" name="Footer Placeholder 4">
            <a:extLst>
              <a:ext uri="{FF2B5EF4-FFF2-40B4-BE49-F238E27FC236}">
                <a16:creationId xmlns:a16="http://schemas.microsoft.com/office/drawing/2014/main" id="{1E9293D2-CBEA-CEFE-A587-45CE55F56E69}"/>
              </a:ext>
            </a:extLst>
          </p:cNvPr>
          <p:cNvSpPr>
            <a:spLocks noGrp="1"/>
          </p:cNvSpPr>
          <p:nvPr>
            <p:ph idx="11" sz="quarter" type="ftr"/>
          </p:nvPr>
        </p:nvSpPr>
        <p:spPr>
          <a:xfrm>
            <a:off x="4038600" y="6629400"/>
            <a:ext cx="4114800" cy="22860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endParaRPr dirty="0" lang="en-AU"/>
          </a:p>
        </p:txBody>
      </p:sp>
      <p:sp>
        <p:nvSpPr>
          <p:cNvPr id="12" name="Slide Number Placeholder 5">
            <a:extLst>
              <a:ext uri="{FF2B5EF4-FFF2-40B4-BE49-F238E27FC236}">
                <a16:creationId xmlns:a16="http://schemas.microsoft.com/office/drawing/2014/main" id="{1107C7A2-0AA4-0E4C-2A42-86BC701B550A}"/>
              </a:ext>
            </a:extLst>
          </p:cNvPr>
          <p:cNvSpPr>
            <a:spLocks noGrp="1"/>
          </p:cNvSpPr>
          <p:nvPr>
            <p:ph idx="12" sz="quarter" type="sldNum"/>
          </p:nvPr>
        </p:nvSpPr>
        <p:spPr>
          <a:xfrm>
            <a:off x="9448800" y="6629400"/>
            <a:ext cx="2743200" cy="22860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fld id="{D8E684C7-7750-4CD9-985D-E80E6D7E3A96}" type="slidenum">
              <a:rPr lang="en-AU" smtClean="0"/>
              <a:pPr/>
              <a:t>‹#›</a:t>
            </a:fld>
            <a:endParaRPr dirty="0" lang="en-AU"/>
          </a:p>
        </p:txBody>
      </p:sp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84BE03C-E11F-C588-E1F8-FA5D738237E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Thank You</a:t>
            </a:r>
          </a:p>
        </p:txBody>
      </p:sp>
      <p:sp>
        <p:nvSpPr>
          <p:cNvPr id="8" name="Date Placeholder 3">
            <a:extLst>
              <a:ext uri="{FF2B5EF4-FFF2-40B4-BE49-F238E27FC236}">
                <a16:creationId xmlns:a16="http://schemas.microsoft.com/office/drawing/2014/main" id="{9AEC9304-26FC-2D7B-148B-0E0B53AD9B0F}"/>
              </a:ext>
            </a:extLst>
          </p:cNvPr>
          <p:cNvSpPr>
            <a:spLocks noGrp="1"/>
          </p:cNvSpPr>
          <p:nvPr>
            <p:ph idx="10" sz="half" type="dt"/>
          </p:nvPr>
        </p:nvSpPr>
        <p:spPr>
          <a:xfrm>
            <a:off x="0" y="6629400"/>
            <a:ext cx="2743200" cy="22860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endParaRPr dirty="0" lang="en-AU"/>
          </a:p>
        </p:txBody>
      </p:sp>
      <p:sp>
        <p:nvSpPr>
          <p:cNvPr id="9" name="Footer Placeholder 4">
            <a:extLst>
              <a:ext uri="{FF2B5EF4-FFF2-40B4-BE49-F238E27FC236}">
                <a16:creationId xmlns:a16="http://schemas.microsoft.com/office/drawing/2014/main" id="{D05A145D-6199-1B87-B591-82BE4FE5432E}"/>
              </a:ext>
            </a:extLst>
          </p:cNvPr>
          <p:cNvSpPr>
            <a:spLocks noGrp="1"/>
          </p:cNvSpPr>
          <p:nvPr>
            <p:ph idx="11" sz="quarter" type="ftr"/>
          </p:nvPr>
        </p:nvSpPr>
        <p:spPr>
          <a:xfrm>
            <a:off x="4038600" y="6629400"/>
            <a:ext cx="4114800" cy="22860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endParaRPr dirty="0" lang="en-AU"/>
          </a:p>
        </p:txBody>
      </p:sp>
      <p:sp>
        <p:nvSpPr>
          <p:cNvPr id="10" name="Slide Number Placeholder 5">
            <a:extLst>
              <a:ext uri="{FF2B5EF4-FFF2-40B4-BE49-F238E27FC236}">
                <a16:creationId xmlns:a16="http://schemas.microsoft.com/office/drawing/2014/main" id="{EEA5DCDC-1F9F-5610-65F1-2885BB40652E}"/>
              </a:ext>
            </a:extLst>
          </p:cNvPr>
          <p:cNvSpPr>
            <a:spLocks noGrp="1"/>
          </p:cNvSpPr>
          <p:nvPr>
            <p:ph idx="12" sz="quarter" type="sldNum"/>
          </p:nvPr>
        </p:nvSpPr>
        <p:spPr>
          <a:xfrm>
            <a:off x="9448800" y="6629400"/>
            <a:ext cx="2743200" cy="22860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fld id="{D8E684C7-7750-4CD9-985D-E80E6D7E3A96}" type="slidenum">
              <a:rPr lang="en-AU" smtClean="0"/>
              <a:pPr/>
              <a:t>‹#›</a:t>
            </a:fld>
            <a:endParaRPr dirty="0" lang="en-AU"/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AAGI PowerPoint Presentation.pptx" id="{34E8D71D-A5E0-4205-8C93-C58018B5A656}" vid="{227E19EB-6FA9-47F1-90AF-DD258A8B8F2B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AAGI PowerPoint Presentation</Template>
  <TotalTime>3</TotalTime>
  <Words>111</Words>
  <Application>Microsoft Macintosh PowerPoint</Application>
  <PresentationFormat>Widescreen</PresentationFormat>
  <Paragraphs>10</Paragraphs>
  <Slides>2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</vt:i4>
      </vt:variant>
    </vt:vector>
  </HeadingPairs>
  <TitlesOfParts>
    <vt:vector size="6" baseType="lpstr">
      <vt:lpstr>Aptos</vt:lpstr>
      <vt:lpstr>Arial</vt:lpstr>
      <vt:lpstr>Proxima Nova Medium</vt:lpstr>
      <vt:lpstr>Office Theme</vt:lpstr>
      <vt:lpstr>PowerPoint Presentation</vt:lpstr>
      <vt:lpstr>Slide template including table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AAGI PPTX Presentation</dc:title>
  <dc:creator>Adam Sparks</dc:creator>
  <cp:keywords/>
  <dcterms:created xsi:type="dcterms:W3CDTF">2026-06-18T01:24:35Z</dcterms:created>
  <dcterms:modified xsi:type="dcterms:W3CDTF">2026-06-18T01:24:35Z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authors">
    <vt:lpwstr/>
  </property>
  <property fmtid="{D5CDD505-2E9C-101B-9397-08002B2CF9AE}" pid="3" name="biblio-config">
    <vt:lpwstr>True</vt:lpwstr>
  </property>
  <property fmtid="{D5CDD505-2E9C-101B-9397-08002B2CF9AE}" pid="4" name="by-author">
    <vt:lpwstr/>
  </property>
  <property fmtid="{D5CDD505-2E9C-101B-9397-08002B2CF9AE}" pid="5" name="date">
    <vt:lpwstr>June 18, 2026</vt:lpwstr>
  </property>
  <property fmtid="{D5CDD505-2E9C-101B-9397-08002B2CF9AE}" pid="6" name="date-format">
    <vt:lpwstr>long</vt:lpwstr>
  </property>
  <property fmtid="{D5CDD505-2E9C-101B-9397-08002B2CF9AE}" pid="7" name="engines">
    <vt:lpwstr/>
  </property>
  <property fmtid="{D5CDD505-2E9C-101B-9397-08002B2CF9AE}" pid="8" name="execute">
    <vt:lpwstr/>
  </property>
  <property fmtid="{D5CDD505-2E9C-101B-9397-08002B2CF9AE}" pid="9" name="fig-path">
    <vt:lpwstr>figures/pptx/</vt:lpwstr>
  </property>
  <property fmtid="{D5CDD505-2E9C-101B-9397-08002B2CF9AE}" pid="10" name="header-includes">
    <vt:lpwstr/>
  </property>
  <property fmtid="{D5CDD505-2E9C-101B-9397-08002B2CF9AE}" pid="11" name="include-after">
    <vt:lpwstr/>
  </property>
  <property fmtid="{D5CDD505-2E9C-101B-9397-08002B2CF9AE}" pid="12" name="include-before">
    <vt:lpwstr/>
  </property>
  <property fmtid="{D5CDD505-2E9C-101B-9397-08002B2CF9AE}" pid="13" name="labels">
    <vt:lpwstr/>
  </property>
  <property fmtid="{D5CDD505-2E9C-101B-9397-08002B2CF9AE}" pid="14" name="revealjs-plugins">
    <vt:lpwstr/>
  </property>
  <property fmtid="{D5CDD505-2E9C-101B-9397-08002B2CF9AE}" pid="15" name="toc-title">
    <vt:lpwstr>Table of contents</vt:lpwstr>
  </property>
</Properties>
</file>