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11957780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2026-06-20T02:55:03Z</dcterms:created>
  <dcterms:modified xsi:type="dcterms:W3CDTF">2026-06-20T02:55:03Z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June 20, 2026</vt:lpwstr>
  </property>
  <property fmtid="{D5CDD505-2E9C-101B-9397-08002B2CF9AE}" pid="6" name="date-format">
    <vt:lpwstr>long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fig-path">
    <vt:lpwstr>figures/pptx/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revealjs-plugins">
    <vt:lpwstr/>
  </property>
  <property fmtid="{D5CDD505-2E9C-101B-9397-08002B2CF9AE}" pid="15" name="toc-title">
    <vt:lpwstr>Table of contents</vt:lpwstr>
  </property>
</Properties>
</file>