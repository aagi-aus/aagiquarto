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555176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2026-07-30T12:49:44Z</dcterms:created>
  <dcterms:modified xsi:type="dcterms:W3CDTF">2026-07-30T12:49:44Z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July 30, 2026</vt:lpwstr>
  </property>
  <property fmtid="{D5CDD505-2E9C-101B-9397-08002B2CF9AE}" pid="6" name="date-format">
    <vt:lpwstr>long</vt:lpwstr>
  </property>
  <property fmtid="{D5CDD505-2E9C-101B-9397-08002B2CF9AE}" pid="7" name="execute">
    <vt:lpwstr/>
  </property>
  <property fmtid="{D5CDD505-2E9C-101B-9397-08002B2CF9AE}" pid="8" name="fig-path">
    <vt:lpwstr>figures/pptx/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vealjs-plugins">
    <vt:lpwstr/>
  </property>
  <property fmtid="{D5CDD505-2E9C-101B-9397-08002B2CF9AE}" pid="14" name="toc-title">
    <vt:lpwstr>Table of contents</vt:lpwstr>
  </property>
</Properties>
</file>