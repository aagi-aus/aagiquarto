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6279214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2026-06-23T01:37:30Z</dcterms:created>
  <dcterms:modified xsi:type="dcterms:W3CDTF">2026-06-23T01:37:30Z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23,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