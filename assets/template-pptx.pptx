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4456627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2026-06-18T00:48:10Z</dcterms:created>
  <dcterms:modified xsi:type="dcterms:W3CDTF">2026-06-18T00:48:10Z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18,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