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Analytics for the Australian Grain Industry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that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7596790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R, for example.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R, for example.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</dc:title>
  <dc:creator>Analytics for the Australian Grain Industry</dc:creator>
  <cp:keywords/>
  <dcterms:created xsi:type="dcterms:W3CDTF">2026-04-07T03:04:17Z</dcterms:created>
  <dcterms:modified xsi:type="dcterms:W3CDTF">2026-04-07T03:04:17Z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2026-04-07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vealjs-plugins">
    <vt:lpwstr/>
  </property>
  <property fmtid="{D5CDD505-2E9C-101B-9397-08002B2CF9AE}" pid="12" name="toc-title">
    <vt:lpwstr>Table of contents</vt:lpwstr>
  </property>
</Properties>
</file>