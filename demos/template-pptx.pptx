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0094639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2025-11-26T02:45:02Z</dcterms:created>
  <dcterms:modified xsi:type="dcterms:W3CDTF">2025-11-26T02:45:02Z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2025-11-26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