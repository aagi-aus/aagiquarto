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95"/>
    <p:restoredTop sz="94660"/>
  </p:normalViewPr>
  <p:slideViewPr>
    <p:cSldViewPr snapToGrid="0">
      <p:cViewPr>
        <p:scale>
          <a:sx d="100" n="110"/>
          <a:sy d="100" n="110"/>
        </p:scale>
        <p:origin x="630" y="-66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807075"/>
            <a:ext cx="12192000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3" Target="../slideLayouts/slideLayout3.xml" Type="http://schemas.openxmlformats.org/officeDocument/2006/relationships/slideLayout" /><Relationship Id="rId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27103567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2025-11-26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0</TotalTime>
  <Words>111</Words>
  <Application>Microsoft Office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2025-11-26T02:42:38Z</dcterms:created>
  <dcterms:modified xsi:type="dcterms:W3CDTF">2025-11-26T02:42:38Z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2025-11-26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vealjs-plugins">
    <vt:lpwstr/>
  </property>
  <property fmtid="{D5CDD505-2E9C-101B-9397-08002B2CF9AE}" pid="11" name="toc-title">
    <vt:lpwstr>Table of contents</vt:lpwstr>
  </property>
</Properties>
</file>