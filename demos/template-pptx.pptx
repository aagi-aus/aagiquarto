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 showSpecialPlsOnTitleSld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808B"/>
    <a:srgbClr val="B6D438"/>
    <a:srgbClr val="414042"/>
    <a:srgbClr val="EDF2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4983"/>
    <p:restoredTop sz="94658"/>
  </p:normalViewPr>
  <p:slideViewPr>
    <p:cSldViewPr snapToGrid="0">
      <p:cViewPr varScale="1">
        <p:scale>
          <a:sx d="100" n="106"/>
          <a:sy d="100" n="106"/>
        </p:scale>
        <p:origin x="832" y="480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13" Type="http://schemas.openxmlformats.org/officeDocument/2006/relationships/viewProps" Target="viewProps.xml" /><Relationship Id="rId12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field of green grass&#10;&#10;Description automatically generated">
            <a:extLst>
              <a:ext uri="{FF2B5EF4-FFF2-40B4-BE49-F238E27FC236}">
                <a16:creationId xmlns:a16="http://schemas.microsoft.com/office/drawing/2014/main" id="{67DEEFD8-A26F-0552-6E75-D0EB6FF334A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972988"/>
            <a:ext cx="12192000" cy="180739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887C5C5-483C-D40F-BDF0-ACB78D9FC9E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422659" y="5807075"/>
            <a:ext cx="9346681" cy="784225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670E77EE-767E-8A55-D776-A103AA19663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8" name="Picture 7" descr="A logo with text on it&#10;&#10;Description automatically generated">
            <a:extLst>
              <a:ext uri="{FF2B5EF4-FFF2-40B4-BE49-F238E27FC236}">
                <a16:creationId xmlns:a16="http://schemas.microsoft.com/office/drawing/2014/main" id="{015EA684-83CA-628D-D588-008A8D93ED2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46901" y="366914"/>
            <a:ext cx="2298197" cy="1097282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643924-913F-FDD7-9FF0-43B3A7DBE6A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1AD0EA-A977-8A4F-2F2A-A50F6BF663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1215AE-C556-9EB7-0D5C-DF70CB8A1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 anchor="b">
            <a:normAutofit/>
          </a:bodyPr>
          <a:lstStyle>
            <a:lvl1pPr algn="ctr">
              <a:defRPr sz="44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200" y="3036612"/>
            <a:ext cx="10515600" cy="395851"/>
          </a:xfrm>
        </p:spPr>
        <p:txBody>
          <a:bodyPr>
            <a:noAutofit/>
          </a:bodyPr>
          <a:lstStyle>
            <a:lvl1pPr marL="0" indent="0" algn="ctr">
              <a:buNone/>
              <a:defRPr sz="2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530836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A logo with text on it&#10;&#10;Description automatically generated">
            <a:extLst>
              <a:ext uri="{FF2B5EF4-FFF2-40B4-BE49-F238E27FC236}">
                <a16:creationId xmlns:a16="http://schemas.microsoft.com/office/drawing/2014/main" id="{B733C679-43F2-33AC-661C-E0FC65300A1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94753271-AED9-02D0-0BBD-A75CEC9DC94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buClr>
                <a:srgbClr val="00808B"/>
              </a:buClr>
              <a:buSzPct val="110000"/>
              <a:defRPr/>
            </a:lvl1pPr>
            <a:lvl2pPr>
              <a:buClr>
                <a:srgbClr val="00808B"/>
              </a:buClr>
              <a:buSzPct val="110000"/>
              <a:defRPr/>
            </a:lvl2pPr>
            <a:lvl3pPr>
              <a:buClr>
                <a:srgbClr val="00808B"/>
              </a:buClr>
              <a:buSzPct val="110000"/>
              <a:defRPr/>
            </a:lvl3pPr>
            <a:lvl4pPr>
              <a:buClr>
                <a:srgbClr val="00808B"/>
              </a:buClr>
              <a:buSzPct val="110000"/>
              <a:defRPr/>
            </a:lvl4pPr>
            <a:lvl5pPr>
              <a:buClr>
                <a:srgbClr val="00808B"/>
              </a:buClr>
              <a:buSzPct val="110000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228019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1A00B997-B0F6-7E6F-9058-2406C51BDA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FE6354-61F0-3E61-AB8B-50117C047A52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259" y="1012639"/>
            <a:ext cx="5933541" cy="5544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012639"/>
            <a:ext cx="5933539" cy="554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1662567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1A00B997-B0F6-7E6F-9058-2406C51BDA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FE6354-61F0-3E61-AB8B-50117C047A52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259" y="1012639"/>
            <a:ext cx="5933541" cy="5544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012639"/>
            <a:ext cx="5933539" cy="554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1200920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321676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883763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 logo with text on it&#10;&#10;Description automatically generated">
            <a:extLst>
              <a:ext uri="{FF2B5EF4-FFF2-40B4-BE49-F238E27FC236}">
                <a16:creationId xmlns:a16="http://schemas.microsoft.com/office/drawing/2014/main" id="{7939B58A-969A-DC5F-3F19-259D889119C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41A162C-939E-1A29-BDF5-9D9865A81570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5E1E2B19-31ED-26BD-6C63-51603A28BCF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79FB55EC-73D2-0400-F84A-5FBC819B0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5CF808BC-03F6-F0D3-8967-8E116DF8FD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0343239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B5038991-83CC-C565-9F71-63A9A4514CA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D60A91C4-F840-E305-EFD5-0D14CA3E690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4EBA7B-E739-B6DB-AC55-8D5C7B3EFA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48017" y="1241241"/>
            <a:ext cx="7937619" cy="5288954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6362" y="1582650"/>
            <a:ext cx="3932237" cy="494754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9305627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theme/theme1.xml" Type="http://schemas.openxmlformats.org/officeDocument/2006/relationships/theme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6D21B09-2702-9A07-43AA-7B4F83705C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260" y="17253"/>
            <a:ext cx="9954887" cy="923026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  <a:endParaRPr dirty="0"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0EFF0D-BE14-CF33-9FA9-389B9428CD70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6260" y="1121431"/>
            <a:ext cx="12019480" cy="493430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BA0C91-4EE2-DC5F-B16D-61E58DB041C1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89CD24-D51D-C096-EDEC-FF21B8333FB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  <a:latin charset="0" panose="020B0603030502060204" pitchFamily="34" typeface="Proxima Nova Medium"/>
              </a:defRPr>
            </a:lvl1pPr>
          </a:lstStyle>
          <a:p>
            <a:endParaRPr dirty="0"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A56B3F-F943-2B7A-9A7F-A41F7562F6C5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8E684C7-7750-4CD9-985D-E80E6D7E3A96}" type="slidenum">
              <a:rPr lang="en-AU" smtClean="0"/>
              <a:t>‹#›</a:t>
            </a:fld>
            <a:endParaRPr dirty="0" lang="en-AU"/>
          </a:p>
        </p:txBody>
      </p:sp>
    </p:spTree>
    <p:extLst>
      <p:ext uri="{BB962C8B-B14F-4D97-AF65-F5344CB8AC3E}">
        <p14:creationId xmlns:p14="http://schemas.microsoft.com/office/powerpoint/2010/main" val="266444701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2" r:id="rId3"/>
    <p:sldLayoutId id="2147483658" r:id="rId4"/>
    <p:sldLayoutId id="2147483654" r:id="rId5"/>
    <p:sldLayoutId id="2147483657" r:id="rId6"/>
    <p:sldLayoutId id="2147483655" r:id="rId7"/>
    <p:sldLayoutId id="2147483656" r:id="rId8"/>
  </p:sldLayoutIdLst>
  <p:hf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000">
          <a:solidFill>
            <a:schemeClr val="tx1"/>
          </a:solidFill>
          <a:latin charset="0" panose="020B0603030502060204" pitchFamily="34" typeface="Proxima Nova Medium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3.xml" /><Relationship Id="rId3" Type="http://schemas.openxmlformats.org/officeDocument/2006/relationships/slide" Target="slide4.xml" /><Relationship Id="rId4" Type="http://schemas.openxmlformats.org/officeDocument/2006/relationships/slide" Target="slide5.xml" /><Relationship Id="rId5" Type="http://schemas.openxmlformats.org/officeDocument/2006/relationships/slide" Target="slide6.xml" /><Relationship Id="rId6" Type="http://schemas.openxmlformats.org/officeDocument/2006/relationships/slide" Target="slide7.xml" /><Relationship Id="rId7" Type="http://schemas.openxmlformats.org/officeDocument/2006/relationships/slide" Target="slide8.xml" /><Relationship Id="rId8" Type="http://schemas.openxmlformats.org/officeDocument/2006/relationships/slide" Target="slide9.xml" /><Relationship Id="rId9" Type="http://schemas.openxmlformats.org/officeDocument/2006/relationships/slide" Target="slide10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AAGI-AUS/AAGIThemes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github.com/AAGI-AUS/AAGIThemes" TargetMode="External" /><Relationship Id="rId3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github.com/AAGI-AUS/AAGIThemes" TargetMode="External" /><Relationship Id="rId3" Type="http://schemas.openxmlformats.org/officeDocument/2006/relationships/hyperlink" Target="https://ggplot2.tidyverse.org" TargetMode="External" /><Relationship Id="rId4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AAGI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838200" y="3036612"/>
            <a:ext cx="10515600" cy="39585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Analytics for the Australian Grain Industry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 of contents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 action="ppaction://hlinksldjump"/>
              </a:rPr>
              <a:t>An AAGI pptx Theme for Quarto</a:t>
            </a:r>
          </a:p>
          <a:p>
            <a:pPr lvl="0"/>
            <a:r>
              <a:rPr>
                <a:hlinkClick r:id="rId3" action="ppaction://hlinksldjump"/>
              </a:rPr>
              <a:t>Bullet point</a:t>
            </a:r>
          </a:p>
          <a:p>
            <a:pPr lvl="0"/>
            <a:r>
              <a:rPr>
                <a:hlinkClick r:id="rId4" action="ppaction://hlinksldjump"/>
              </a:rPr>
              <a:t>Tables</a:t>
            </a:r>
          </a:p>
          <a:p>
            <a:pPr lvl="0"/>
            <a:r>
              <a:rPr>
                <a:hlinkClick r:id="rId5" action="ppaction://hlinksldjump"/>
              </a:rPr>
              <a:t>Example</a:t>
            </a:r>
          </a:p>
          <a:p>
            <a:pPr lvl="0"/>
            <a:r>
              <a:rPr>
                <a:hlinkClick r:id="rId6" action="ppaction://hlinksldjump"/>
              </a:rPr>
              <a:t>Basic Figures</a:t>
            </a:r>
          </a:p>
          <a:p>
            <a:pPr lvl="0"/>
            <a:r>
              <a:rPr>
                <a:hlinkClick r:id="rId7" action="ppaction://hlinksldjump"/>
              </a:rPr>
              <a:t>Figures with {ggplot2}</a:t>
            </a:r>
          </a:p>
          <a:p>
            <a:pPr lvl="0"/>
            <a:r>
              <a:rPr>
                <a:hlinkClick r:id="rId8" action="ppaction://hlinksldjump"/>
              </a:rPr>
              <a:t>Slides With Columns</a:t>
            </a:r>
          </a:p>
          <a:p>
            <a:pPr lvl="0"/>
            <a:r>
              <a:rPr>
                <a:hlinkClick r:id="rId9" action="ppaction://hlinksldjump"/>
              </a:rPr>
              <a:t>Thank You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AAGI pptx Theme for Quarto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Quarto extension allows you to create your slides using a theme that follows AAGI typography and colour styles and provides the official AAGI logo and cover image for the title slide.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Bullet 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Point 1</a:t>
            </a:r>
          </a:p>
          <a:p>
            <a:pPr lvl="0"/>
            <a:r>
              <a:rPr/>
              <a:t>Point 2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tables, we suggest paring with the R package </a:t>
            </a:r>
            <a:r>
              <a:rPr>
                <a:hlinkClick r:id="rId2"/>
              </a:rPr>
              <a:t>{AAGIThemes}</a:t>
            </a:r>
            <a:r>
              <a:rPr/>
              <a:t> to provide AAGI themed tables using </a:t>
            </a:r>
            <a:r>
              <a:rPr>
                <a:latin typeface="Courier"/>
              </a:rPr>
              <a:t>theme_ft_aagi</a:t>
            </a:r>
            <a:r>
              <a:rPr/>
              <a:t>, that offers more flexibility in formatting.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914160009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751019"/>
                <a:gridCol w="829055"/>
                <a:gridCol w="662206"/>
                <a:gridCol w="696381"/>
                <a:gridCol w="761456"/>
                <a:gridCol w="562070"/>
                <a:gridCol w="1261593"/>
              </a:tblGrid>
              <a:tr h="39276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Ozone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Solar.R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Temp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Day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 Name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190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7.4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67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8.0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12.6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313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11.5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Basic Figures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{AAGIThemes}</a:t>
            </a:r>
            <a:r>
              <a:rPr/>
              <a:t> also provides support for theming basic figures in R, for example.</a:t>
            </a:r>
          </a:p>
        </p:txBody>
      </p:sp>
      <p:pic>
        <p:nvPicPr>
          <p:cNvPr descr="template-pptx_files/figure-pptx/graphics-figure-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140200" y="1892300"/>
            <a:ext cx="79375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Figures with {ggplot2}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{AAGIThemes}</a:t>
            </a:r>
            <a:r>
              <a:rPr/>
              <a:t> also provides support for theming </a:t>
            </a:r>
            <a:r>
              <a:rPr>
                <a:hlinkClick r:id="rId3"/>
              </a:rPr>
              <a:t>{ggplot2}</a:t>
            </a:r>
            <a:r>
              <a:rPr/>
              <a:t> outputs in R, for example.</a:t>
            </a:r>
          </a:p>
        </p:txBody>
      </p:sp>
      <p:pic>
        <p:nvPicPr>
          <p:cNvPr descr="template-pptx_files/figure-pptx/ggplot2-figure-1.png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140200" y="1892300"/>
            <a:ext cx="79375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Slides With Columns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left.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right.</a:t>
            </a:r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AAGI PowerPoint Presentation.pptx" id="{34E8D71D-A5E0-4205-8C93-C58018B5A656}" vid="{227E19EB-6FA9-47F1-90AF-DD258A8B8F2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AAGI PowerPoint Presentation</Template>
  <TotalTime>2</TotalTime>
  <Words>111</Words>
  <Application>Microsoft Macintosh PowerPoint</Application>
  <PresentationFormat>Widescreen</PresentationFormat>
  <Paragraphs>10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Arial</vt:lpstr>
      <vt:lpstr>Proxima Nova Medium</vt:lpstr>
      <vt:lpstr>Office Theme</vt:lpstr>
      <vt:lpstr>PowerPoint Presentation</vt:lpstr>
      <vt:lpstr>Slide template including table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AAGI</dc:title>
  <dc:creator>Analytics for the Australian Grain Industry</dc:creator>
  <cp:keywords/>
  <dcterms:created xsi:type="dcterms:W3CDTF">2026-04-06T09:13:08Z</dcterms:created>
  <dcterms:modified xsi:type="dcterms:W3CDTF">2026-04-06T09:13:08Z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2026-04-06</vt:lpwstr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revealjs-plugins">
    <vt:lpwstr/>
  </property>
  <property fmtid="{D5CDD505-2E9C-101B-9397-08002B2CF9AE}" pid="12" name="toc-title">
    <vt:lpwstr>Table of contents</vt:lpwstr>
  </property>
</Properties>
</file>