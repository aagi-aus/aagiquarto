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83"/>
    <p:restoredTop sz="94658"/>
  </p:normalViewPr>
  <p:slideViewPr>
    <p:cSldViewPr snapToGrid="0">
      <p:cViewPr varScale="1">
        <p:scale>
          <a:sx d="100" n="106"/>
          <a:sy d="100" n="106"/>
        </p:scale>
        <p:origin x="832" y="480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422659" y="5807075"/>
            <a:ext cx="9346681" cy="78422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6625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20092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837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logo with text on it&#10;&#10;Description automatically generated">
            <a:extLst>
              <a:ext uri="{FF2B5EF4-FFF2-40B4-BE49-F238E27FC236}">
                <a16:creationId xmlns:a16="http://schemas.microsoft.com/office/drawing/2014/main" id="{7939B58A-969A-DC5F-3F19-259D889119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1A162C-939E-1A29-BDF5-9D9865A81570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E1E2B19-31ED-26BD-6C63-51603A28BC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9FB55EC-73D2-0400-F84A-5FBC819B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CF808BC-03F6-F0D3-8967-8E116DF8F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3432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8" r:id="rId4"/>
    <p:sldLayoutId id="2147483654" r:id="rId5"/>
    <p:sldLayoutId id="2147483657" r:id="rId6"/>
    <p:sldLayoutId id="2147483655" r:id="rId7"/>
    <p:sldLayoutId id="2147483656" r:id="rId8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AAGI-AUS/AAGIThemes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hyperlink" Target="https://ggplot2.tidyverse.org" TargetMode="External" /><Relationship Id="rId4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Analytics for the Australian Grain Industry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your slides using a theme that follows AAGI typography and colour styles and provides the official AAGI logo and cover image for the title slide.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paring with the R package </a:t>
            </a:r>
            <a:r>
              <a:rPr>
                <a:hlinkClick r:id="rId2"/>
              </a:rPr>
              <a:t>{AAGIThemes}</a:t>
            </a:r>
            <a:r>
              <a:rPr/>
              <a:t> to provide AAGI themed tables using </a:t>
            </a:r>
            <a:r>
              <a:rPr>
                <a:latin typeface="Courier"/>
              </a:rPr>
              <a:t>theme_ft_aagi</a:t>
            </a:r>
            <a:r>
              <a:rPr/>
              <a:t>, that offers more flexibility in formatting.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56585495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276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basic figures in R, for example.</a:t>
            </a:r>
          </a:p>
        </p:txBody>
      </p:sp>
      <p:pic>
        <p:nvPicPr>
          <p:cNvPr descr="template-pptx_files/figure-pptx/graphics-figure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140200" y="1892300"/>
            <a:ext cx="79375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</a:t>
            </a:r>
            <a:r>
              <a:rPr>
                <a:hlinkClick r:id="rId3"/>
              </a:rPr>
              <a:t>{ggplot2}</a:t>
            </a:r>
            <a:r>
              <a:rPr/>
              <a:t> outputs in R, for example.</a:t>
            </a:r>
          </a:p>
        </p:txBody>
      </p:sp>
      <p:pic>
        <p:nvPicPr>
          <p:cNvPr descr="template-pptx_files/figure-pptx/ggplot2-figure-1.png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140200" y="1892300"/>
            <a:ext cx="79375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2</TotalTime>
  <Words>111</Words>
  <Application>Microsoft Macintosh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</dc:title>
  <dc:creator>Analytics for the Australian Grain Industry</dc:creator>
  <cp:keywords/>
  <dcterms:created xsi:type="dcterms:W3CDTF">2026-04-05T09:58:18Z</dcterms:created>
  <dcterms:modified xsi:type="dcterms:W3CDTF">2026-04-05T09:58:18Z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2026-04-05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revealjs-plugins">
    <vt:lpwstr/>
  </property>
  <property fmtid="{D5CDD505-2E9C-101B-9397-08002B2CF9AE}" pid="12" name="toc-title">
    <vt:lpwstr>Table of contents</vt:lpwstr>
  </property>
</Properties>
</file>