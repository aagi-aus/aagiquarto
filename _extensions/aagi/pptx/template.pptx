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10" d="100"/>
          <a:sy n="110" d="100"/>
        </p:scale>
        <p:origin x="630" y="-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AF8F18-604A-4237-961E-CD67640E1CD4}" type="datetimeFigureOut">
              <a:rPr lang="en-AU" smtClean="0"/>
              <a:t>19/11/2025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A02A75-48AC-4752-A606-543F443E3D4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94381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07075"/>
            <a:ext cx="12192000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Proxima Nova Medium" panose="020B0603030502060204" pitchFamily="34" charset="0"/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Proxima Nova Medium" panose="020B060303050206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oxima Nova Medium" panose="020B0603030502060204" pitchFamily="34" charset="0"/>
          <a:ea typeface="ADLaM Display" panose="02010000000000000000" pitchFamily="2" charset="0"/>
          <a:cs typeface="ADLaM Display" panose="02010000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oxima Nova Medium" panose="020B0603030502060204" pitchFamily="34" charset="0"/>
          <a:ea typeface="ADLaM Display" panose="02010000000000000000" pitchFamily="2" charset="0"/>
          <a:cs typeface="ADLaM Display" panose="02010000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oxima Nova Medium" panose="020B0603030502060204" pitchFamily="34" charset="0"/>
          <a:ea typeface="ADLaM Display" panose="02010000000000000000" pitchFamily="2" charset="0"/>
          <a:cs typeface="ADLaM Display" panose="02010000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oxima Nova Medium" panose="020B0603030502060204" pitchFamily="34" charset="0"/>
          <a:ea typeface="ADLaM Display" panose="02010000000000000000" pitchFamily="2" charset="0"/>
          <a:cs typeface="ADLaM Display" panose="02010000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oxima Nova Medium" panose="020B0603030502060204" pitchFamily="34" charset="0"/>
          <a:ea typeface="ADLaM Display" panose="02010000000000000000" pitchFamily="2" charset="0"/>
          <a:cs typeface="ADLaM Display" panose="020100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4F2AD7-56FA-A1F6-B283-82BD1122A5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D37D7EE-A594-105E-FC5F-D06F134135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721918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0735D080-FB35-58C4-7D0D-4153228356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/>
          <a:p>
            <a:endParaRPr lang="en-AU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9441D6E-DC2D-88D1-78A0-E37AF0944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/>
          <a:p>
            <a:endParaRPr lang="en-AU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1E2570-B0CD-3BC2-461F-B30C1ADAB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/>
          <a:p>
            <a:fld id="{D8E684C7-7750-4CD9-985D-E80E6D7E3A96}" type="slidenum">
              <a:rPr lang="en-AU" smtClean="0"/>
              <a:pPr/>
              <a:t>2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6A2AEF-D0AB-611F-FDF8-10274E6B5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</p:spPr>
        <p:txBody>
          <a:bodyPr/>
          <a:lstStyle/>
          <a:p>
            <a:r>
              <a:rPr lang="en-AU" dirty="0"/>
              <a:t>Slide template including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77492-97CE-6121-A3FE-C57EB7E21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260" y="1121431"/>
            <a:ext cx="12019480" cy="4934309"/>
          </a:xfrm>
        </p:spPr>
        <p:txBody>
          <a:bodyPr/>
          <a:lstStyle/>
          <a:p>
            <a:r>
              <a:rPr lang="en-AU" dirty="0"/>
              <a:t>AAGI theme colours are </a:t>
            </a:r>
            <a:r>
              <a:rPr lang="en-AU" dirty="0">
                <a:solidFill>
                  <a:srgbClr val="00808B"/>
                </a:solidFill>
              </a:rPr>
              <a:t>AAGI teal (#00808b)</a:t>
            </a:r>
            <a:r>
              <a:rPr lang="en-AU" dirty="0"/>
              <a:t>, and </a:t>
            </a:r>
            <a:r>
              <a:rPr lang="en-AU" dirty="0">
                <a:solidFill>
                  <a:srgbClr val="B6D438"/>
                </a:solidFill>
              </a:rPr>
              <a:t>AAGI green (#b6d438)</a:t>
            </a:r>
            <a:r>
              <a:rPr lang="en-AU" dirty="0"/>
              <a:t>. Use these colours liberally for emphasis and styling as you like. </a:t>
            </a:r>
          </a:p>
          <a:p>
            <a:endParaRPr lang="en-AU" dirty="0"/>
          </a:p>
          <a:p>
            <a:r>
              <a:rPr lang="en-AU" dirty="0"/>
              <a:t>An example of an AAGI-themed table is as below. Note that </a:t>
            </a:r>
            <a:r>
              <a:rPr lang="en-AU" dirty="0" err="1"/>
              <a:t>Powerpoint</a:t>
            </a:r>
            <a:r>
              <a:rPr lang="en-AU" dirty="0"/>
              <a:t> does not make adding custom table styles easy, so you are recommended to copy/paste or match to the below table if you need one (or use one of the default styles).</a:t>
            </a:r>
          </a:p>
          <a:p>
            <a:pPr lvl="1"/>
            <a:r>
              <a:rPr lang="en-AU" dirty="0"/>
              <a:t>Font: Proxima Nova</a:t>
            </a:r>
          </a:p>
          <a:p>
            <a:pPr lvl="1"/>
            <a:r>
              <a:rPr lang="en-AU" dirty="0"/>
              <a:t>First header row cell coloured with AAGI teal (</a:t>
            </a:r>
            <a:r>
              <a:rPr lang="en-AU" dirty="0">
                <a:solidFill>
                  <a:srgbClr val="00808B"/>
                </a:solidFill>
              </a:rPr>
              <a:t>#00808b</a:t>
            </a:r>
            <a:r>
              <a:rPr lang="en-AU" dirty="0"/>
              <a:t>)</a:t>
            </a:r>
          </a:p>
          <a:p>
            <a:pPr lvl="1"/>
            <a:r>
              <a:rPr lang="en-AU" dirty="0"/>
              <a:t>(Optionally) Make the borders white with grey cell colouring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B4D321-2BA5-4240-AD84-F49DAC109A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677189"/>
              </p:ext>
            </p:extLst>
          </p:nvPr>
        </p:nvGraphicFramePr>
        <p:xfrm>
          <a:off x="1830832" y="4753928"/>
          <a:ext cx="812799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41675295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418746027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0268418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AU" b="1" dirty="0">
                          <a:latin typeface="Proxima Nova Medium" panose="020B0603030502060204" pitchFamily="34" charset="0"/>
                        </a:rPr>
                        <a:t>Table Heading</a:t>
                      </a:r>
                    </a:p>
                  </a:txBody>
                  <a:tcPr>
                    <a:solidFill>
                      <a:srgbClr val="00808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rgbClr val="00808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rgbClr val="0080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9036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U" dirty="0">
                          <a:latin typeface="Proxima Nova Medium" panose="020B0603030502060204" pitchFamily="34" charset="0"/>
                        </a:rPr>
                        <a:t>Table Subheading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109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721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8848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37080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0</TotalTime>
  <Words>111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Misiun</dc:creator>
  <cp:lastModifiedBy>Peter Misiun</cp:lastModifiedBy>
  <cp:revision>1</cp:revision>
  <dcterms:created xsi:type="dcterms:W3CDTF">2025-11-19T01:47:58Z</dcterms:created>
  <dcterms:modified xsi:type="dcterms:W3CDTF">2025-11-19T01:48:17Z</dcterms:modified>
</cp:coreProperties>
</file>