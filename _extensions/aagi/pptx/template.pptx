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B"/>
    <a:srgbClr val="B6D438"/>
    <a:srgbClr val="414042"/>
    <a:srgbClr val="ED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F8F18-604A-4237-961E-CD67640E1CD4}" type="datetimeFigureOut">
              <a:rPr lang="en-AU" smtClean="0"/>
              <a:t>4/5/2026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02A75-48AC-4752-A606-543F443E3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4381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green grass&#10;&#10;Description automatically generated">
            <a:extLst>
              <a:ext uri="{FF2B5EF4-FFF2-40B4-BE49-F238E27FC236}">
                <a16:creationId xmlns:a16="http://schemas.microsoft.com/office/drawing/2014/main" id="{67DEEFD8-A26F-0552-6E75-D0EB6FF334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2988"/>
            <a:ext cx="12192000" cy="18073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87C5C5-483C-D40F-BDF0-ACB78D9FC9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422659" y="6004465"/>
            <a:ext cx="9346681" cy="38944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0E77EE-767E-8A55-D776-A103AA19663A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 descr="A logo with text on it&#10;&#10;Description automatically generated">
            <a:extLst>
              <a:ext uri="{FF2B5EF4-FFF2-40B4-BE49-F238E27FC236}">
                <a16:creationId xmlns:a16="http://schemas.microsoft.com/office/drawing/2014/main" id="{015EA684-83CA-628D-D588-008A8D93ED2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901" y="366914"/>
            <a:ext cx="2298197" cy="10972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43924-913F-FDD7-9FF0-43B3A7DB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D0EA-A977-8A4F-2F2A-A50F6BF6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215AE-C556-9EB7-0D5C-DF70CB8A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5F800-A766-84B3-EE1A-4EB9243A9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77879"/>
            <a:ext cx="10515600" cy="791701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99397-2104-6355-A974-0FA3299F6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036612"/>
            <a:ext cx="10515600" cy="395851"/>
          </a:xfrm>
        </p:spPr>
        <p:txBody>
          <a:bodyPr>
            <a:no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308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logo with text on it&#10;&#10;Description automatically generated">
            <a:extLst>
              <a:ext uri="{FF2B5EF4-FFF2-40B4-BE49-F238E27FC236}">
                <a16:creationId xmlns:a16="http://schemas.microsoft.com/office/drawing/2014/main" id="{B733C679-43F2-33AC-661C-E0FC65300A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753271-AED9-02D0-0BBD-A75CEC9DC94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08B"/>
              </a:buClr>
              <a:buSzPct val="110000"/>
              <a:defRPr/>
            </a:lvl1pPr>
            <a:lvl2pPr>
              <a:buClr>
                <a:srgbClr val="00808B"/>
              </a:buClr>
              <a:buSzPct val="110000"/>
              <a:defRPr/>
            </a:lvl2pPr>
            <a:lvl3pPr>
              <a:buClr>
                <a:srgbClr val="00808B"/>
              </a:buClr>
              <a:buSzPct val="110000"/>
              <a:defRPr/>
            </a:lvl3pPr>
            <a:lvl4pPr>
              <a:buClr>
                <a:srgbClr val="00808B"/>
              </a:buClr>
              <a:buSzPct val="110000"/>
              <a:defRPr/>
            </a:lvl4pPr>
            <a:lvl5pPr>
              <a:buClr>
                <a:srgbClr val="00808B"/>
              </a:buClr>
              <a:buSzPct val="11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280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1A00B997-B0F6-7E6F-9058-2406C51BD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FE6354-61F0-3E61-AB8B-50117C047A52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9" y="1012639"/>
            <a:ext cx="5933541" cy="5544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012639"/>
            <a:ext cx="5933539" cy="554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625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1A00B997-B0F6-7E6F-9058-2406C51BD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FE6354-61F0-3E61-AB8B-50117C047A52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9" y="1012639"/>
            <a:ext cx="5933541" cy="5544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012639"/>
            <a:ext cx="5933539" cy="554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009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9027D8AF-06AD-8F11-7B98-75448F1E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E9F78-3054-B11E-C77D-567108A5DD9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216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9027D8AF-06AD-8F11-7B98-75448F1E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E9F78-3054-B11E-C77D-567108A5DD9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37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logo with text on it&#10;&#10;Description automatically generated">
            <a:extLst>
              <a:ext uri="{FF2B5EF4-FFF2-40B4-BE49-F238E27FC236}">
                <a16:creationId xmlns:a16="http://schemas.microsoft.com/office/drawing/2014/main" id="{7939B58A-969A-DC5F-3F19-259D88911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1A162C-939E-1A29-BDF5-9D9865A81570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E1E2B19-31ED-26BD-6C63-51603A28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FB55EC-73D2-0400-F84A-5FBC819B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F808BC-03F6-F0D3-8967-8E116DF8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432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B5038991-83CC-C565-9F71-63A9A4514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0A91C4-F840-E305-EFD5-0D14CA3E690A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B1ACC7A-07B3-6AD6-5E37-BC8E83FD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D392CE-18BA-0471-C88E-4B58D94E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93E06BB-0E85-3A0C-3DE7-8EE16371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13029-C271-5AE7-0D1F-287E7C84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" y="327805"/>
            <a:ext cx="3932237" cy="115564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BA7B-E739-B6DB-AC55-8D5C7B3EF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017" y="1241241"/>
            <a:ext cx="7937619" cy="52889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B13E2-558B-73CD-7C43-3E1E90095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2" y="1582650"/>
            <a:ext cx="3932237" cy="49475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056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21B09-2702-9A07-43AA-7B4F8370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0" y="17253"/>
            <a:ext cx="9954887" cy="923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EFF0D-BE14-CF33-9FA9-389B9428C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60" y="1121431"/>
            <a:ext cx="12019480" cy="493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A0C91-4EE2-DC5F-B16D-61E58DB04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CD24-D51D-C096-EDEC-FF21B8333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oxima Nova Medium" panose="020B0603030502060204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6B3F-F943-2B7A-9A7F-A41F7562F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684C7-7750-4CD9-985D-E80E6D7E3A96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444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8" r:id="rId4"/>
    <p:sldLayoutId id="2147483654" r:id="rId5"/>
    <p:sldLayoutId id="2147483657" r:id="rId6"/>
    <p:sldLayoutId id="2147483655" r:id="rId7"/>
    <p:sldLayoutId id="214748365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Proxima Nova Medium" panose="020B060303050206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oxima Nova Medium" panose="020B0603030502060204" pitchFamily="34" charset="0"/>
          <a:ea typeface="ADLaM Display" panose="02010000000000000000" pitchFamily="2" charset="0"/>
          <a:cs typeface="ADLaM Display" panose="0201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oxima Nova Medium" panose="020B0603030502060204" pitchFamily="34" charset="0"/>
          <a:ea typeface="ADLaM Display" panose="02010000000000000000" pitchFamily="2" charset="0"/>
          <a:cs typeface="ADLaM Display" panose="0201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Medium" panose="020B0603030502060204" pitchFamily="34" charset="0"/>
          <a:ea typeface="ADLaM Display" panose="02010000000000000000" pitchFamily="2" charset="0"/>
          <a:cs typeface="ADLaM Display" panose="0201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Medium" panose="020B0603030502060204" pitchFamily="34" charset="0"/>
          <a:ea typeface="ADLaM Display" panose="02010000000000000000" pitchFamily="2" charset="0"/>
          <a:cs typeface="ADLaM Display" panose="0201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Medium" panose="020B0603030502060204" pitchFamily="34" charset="0"/>
          <a:ea typeface="ADLaM Display" panose="02010000000000000000" pitchFamily="2" charset="0"/>
          <a:cs typeface="ADLaM Display" panose="0201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4F2AD7-56FA-A1F6-B283-82BD1122A5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D37D7EE-A594-105E-FC5F-D06F13413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2191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735D080-FB35-58C4-7D0D-41532283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9441D6E-DC2D-88D1-78A0-E37AF094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1E2570-B0CD-3BC2-461F-B30C1ADA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D8E684C7-7750-4CD9-985D-E80E6D7E3A96}" type="slidenum">
              <a:rPr lang="en-AU" smtClean="0"/>
              <a:pPr/>
              <a:t>2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A2AEF-D0AB-611F-FDF8-10274E6B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0" y="17253"/>
            <a:ext cx="9954887" cy="923026"/>
          </a:xfrm>
        </p:spPr>
        <p:txBody>
          <a:bodyPr/>
          <a:lstStyle/>
          <a:p>
            <a:r>
              <a:rPr lang="en-AU" dirty="0"/>
              <a:t>Slide template including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7492-97CE-6121-A3FE-C57EB7E21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60" y="1121431"/>
            <a:ext cx="12019480" cy="4934309"/>
          </a:xfrm>
        </p:spPr>
        <p:txBody>
          <a:bodyPr/>
          <a:lstStyle/>
          <a:p>
            <a:r>
              <a:rPr lang="en-AU" dirty="0"/>
              <a:t>AAGI theme colours are </a:t>
            </a:r>
            <a:r>
              <a:rPr lang="en-AU" dirty="0">
                <a:solidFill>
                  <a:srgbClr val="00808B"/>
                </a:solidFill>
              </a:rPr>
              <a:t>AAGI teal (#00808b)</a:t>
            </a:r>
            <a:r>
              <a:rPr lang="en-AU" dirty="0"/>
              <a:t>, and </a:t>
            </a:r>
            <a:r>
              <a:rPr lang="en-AU" dirty="0">
                <a:solidFill>
                  <a:srgbClr val="B6D438"/>
                </a:solidFill>
              </a:rPr>
              <a:t>AAGI green (#b6d438)</a:t>
            </a:r>
            <a:r>
              <a:rPr lang="en-AU" dirty="0"/>
              <a:t>. Use these colours liberally for emphasis and styling as you like. </a:t>
            </a:r>
          </a:p>
          <a:p>
            <a:endParaRPr lang="en-AU" dirty="0"/>
          </a:p>
          <a:p>
            <a:r>
              <a:rPr lang="en-AU" dirty="0"/>
              <a:t>An example of an AAGI-themed table is as below. Note that </a:t>
            </a:r>
            <a:r>
              <a:rPr lang="en-AU" dirty="0" err="1"/>
              <a:t>Powerpoint</a:t>
            </a:r>
            <a:r>
              <a:rPr lang="en-AU" dirty="0"/>
              <a:t> does not make adding custom table styles easy, so you are recommended to copy/paste or match to the below table if you need one (or use one of the default styles).</a:t>
            </a:r>
          </a:p>
          <a:p>
            <a:pPr lvl="1"/>
            <a:r>
              <a:rPr lang="en-AU" dirty="0"/>
              <a:t>Font: Proxima Nova</a:t>
            </a:r>
          </a:p>
          <a:p>
            <a:pPr lvl="1"/>
            <a:r>
              <a:rPr lang="en-AU" dirty="0"/>
              <a:t>First header row cell coloured with AAGI teal (</a:t>
            </a:r>
            <a:r>
              <a:rPr lang="en-AU" dirty="0">
                <a:solidFill>
                  <a:srgbClr val="00808B"/>
                </a:solidFill>
              </a:rPr>
              <a:t>#00808b</a:t>
            </a:r>
            <a:r>
              <a:rPr lang="en-AU" dirty="0"/>
              <a:t>)</a:t>
            </a:r>
          </a:p>
          <a:p>
            <a:pPr lvl="1"/>
            <a:r>
              <a:rPr lang="en-AU" dirty="0"/>
              <a:t>(Optionally) Make the borders white with grey cell colouring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B4D321-2BA5-4240-AD84-F49DAC109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677189"/>
              </p:ext>
            </p:extLst>
          </p:nvPr>
        </p:nvGraphicFramePr>
        <p:xfrm>
          <a:off x="1830832" y="4753928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167529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874602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26841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b="1" dirty="0">
                          <a:latin typeface="Proxima Nova Medium" panose="020B0603030502060204" pitchFamily="34" charset="0"/>
                        </a:rPr>
                        <a:t>Table Heading</a:t>
                      </a:r>
                    </a:p>
                  </a:txBody>
                  <a:tcPr>
                    <a:solidFill>
                      <a:srgbClr val="00808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rgbClr val="00808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rgbClr val="008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3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Proxima Nova Medium" panose="020B0603030502060204" pitchFamily="34" charset="0"/>
                        </a:rPr>
                        <a:t>Table Subheading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09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721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atin typeface="Proxima Nova Medium" panose="020B060303050206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8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708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AGI PowerPoint Presentation.pptx" id="{34E8D71D-A5E0-4205-8C93-C58018B5A656}" vid="{227E19EB-6FA9-47F1-90AF-DD258A8B8F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AAGI PowerPoint Presentation</Template>
  <TotalTime>3</TotalTime>
  <Words>111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Proxima Nova Medium</vt:lpstr>
      <vt:lpstr>Office Theme</vt:lpstr>
      <vt:lpstr>PowerPoint Presentation</vt:lpstr>
      <vt:lpstr>Slide template including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Misiun</dc:creator>
  <cp:lastModifiedBy>Adam Sparks</cp:lastModifiedBy>
  <cp:revision>4</cp:revision>
  <dcterms:created xsi:type="dcterms:W3CDTF">2025-11-19T01:47:58Z</dcterms:created>
  <dcterms:modified xsi:type="dcterms:W3CDTF">2026-05-04T08:57:24Z</dcterms:modified>
</cp:coreProperties>
</file>